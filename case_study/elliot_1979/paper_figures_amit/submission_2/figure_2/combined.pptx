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62A79D-435A-41E0-9F51-75AAAC9B14CC}" v="33" dt="2024-02-27T07:15:39.1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C93E-2345-EC85-816E-A2CEBDACB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F5A770-CDCE-635D-941F-3757E97D2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64B9C-74D4-C85C-63C3-926FD14D1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A01B-2001-458B-843D-7B993EC8BCC7}" type="datetimeFigureOut">
              <a:rPr lang="en-US" smtClean="0"/>
              <a:t>2024-11-25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D2699-DC2E-84C3-CCE9-5C679F45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C9214-FA5B-137F-51C3-065B7F8F7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4608-DC1E-4E5E-8BE1-6476D148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67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58113-E502-7966-45A2-D131E21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08A1A-E72A-B987-1759-8E32C2CF4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629D9-0161-09BA-8DD4-88E6237C2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A01B-2001-458B-843D-7B993EC8BCC7}" type="datetimeFigureOut">
              <a:rPr lang="en-US" smtClean="0"/>
              <a:t>2024-11-25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B1A4F-93B7-5A56-4A01-E24D6E2AF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757CA-D25E-1F1D-91FA-F4C43F98B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4608-DC1E-4E5E-8BE1-6476D148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4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B527-2138-CBC2-ACA1-5A8EDE5B0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B1C4C-3054-55C3-24D3-309F1F98D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C5163-9DE7-10B5-282A-BA1642CD7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A01B-2001-458B-843D-7B993EC8BCC7}" type="datetimeFigureOut">
              <a:rPr lang="en-US" smtClean="0"/>
              <a:t>2024-11-25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B8FA8-817F-6289-14E1-534A18FAA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16C02-7CAF-F1C1-B359-0F98DE5E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4608-DC1E-4E5E-8BE1-6476D148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09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D11B7-AE2B-B48C-D15D-D7500DB6C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E8107-5AB9-FBEB-FFB2-731BFCEB3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D496D-D1FF-FD12-5565-E3E5D0946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3A8EF-80C5-5059-E3D0-C0022DA8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A01B-2001-458B-843D-7B993EC8BCC7}" type="datetimeFigureOut">
              <a:rPr lang="en-US" smtClean="0"/>
              <a:t>2024-11-25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2FAAD-AFBB-4DCA-B01E-3D5CF475E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30148-E72E-91FF-F4C3-868FB779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4608-DC1E-4E5E-8BE1-6476D148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92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32EB-EA96-55D6-B962-36C1050CB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773AF-6597-BA12-ECAF-376F8EA05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38E79-BF96-E35A-12E3-0D8CF95AE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BDDE39-C895-1C1E-AF35-F0C0E238A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38666D-63AA-2BDA-9696-6F8C3CD91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F1F23-F7F0-AA57-E182-4514D7B1E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A01B-2001-458B-843D-7B993EC8BCC7}" type="datetimeFigureOut">
              <a:rPr lang="en-US" smtClean="0"/>
              <a:t>2024-11-25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63E970-A5B4-8326-F115-193F5AE42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FDCAB4-9DB9-06D2-9846-7A293EDCF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4608-DC1E-4E5E-8BE1-6476D148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6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C5F88-8B86-71DB-94EF-751B1AF1C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321AB5-66C0-4A79-9514-C3503DD9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A01B-2001-458B-843D-7B993EC8BCC7}" type="datetimeFigureOut">
              <a:rPr lang="en-US" smtClean="0"/>
              <a:t>2024-11-25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E586B-4BA1-5366-785C-6C7B7E200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FED3FF-0C56-8BD6-ACB3-8699C7A5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4608-DC1E-4E5E-8BE1-6476D148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4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39A093-F8AC-98DF-96A0-A599AFDF7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A01B-2001-458B-843D-7B993EC8BCC7}" type="datetimeFigureOut">
              <a:rPr lang="en-US" smtClean="0"/>
              <a:t>2024-11-25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942739-EC22-6302-2366-58391790A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3FA7-B433-CDD1-EC76-D7D8212D6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4608-DC1E-4E5E-8BE1-6476D148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22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8069E-2D16-95D7-516B-62D1A4C0E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1840C-D561-8D8A-1CF4-22BF0FEB2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9C2CC-1E78-06BD-FAC4-606DF6C54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D7FF0-1156-EDDC-2B69-4BB6C429C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A01B-2001-458B-843D-7B993EC8BCC7}" type="datetimeFigureOut">
              <a:rPr lang="en-US" smtClean="0"/>
              <a:t>2024-11-25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701E2-B942-F216-A3D1-9062A4C1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6F428-ADF3-9AB5-7BFE-91D6CD1C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4608-DC1E-4E5E-8BE1-6476D148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75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3D83F-8BD1-1D75-21BF-B2529EF9C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F30BB9-C8FF-A1DD-1416-54DAE3039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D0D28B-0F8E-1501-FE2D-77D4E1CA2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7A412-31E5-6BD6-0539-32A38F215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A01B-2001-458B-843D-7B993EC8BCC7}" type="datetimeFigureOut">
              <a:rPr lang="en-US" smtClean="0"/>
              <a:t>2024-11-25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CBA29-6B42-D52E-12AD-5D67F6710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5BFA-C242-C006-8085-3760ED196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4608-DC1E-4E5E-8BE1-6476D148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9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95F4-6098-459B-AA75-30A683B3A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6DBA9-182D-2311-6E15-30C66F6D1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9BF5D-51A7-A9BF-C83B-747876009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A01B-2001-458B-843D-7B993EC8BCC7}" type="datetimeFigureOut">
              <a:rPr lang="en-US" smtClean="0"/>
              <a:t>2024-11-25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B9367-BEA6-065B-5BAC-3A11BA3D1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0823-8695-6D39-8156-F66CFEEF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4608-DC1E-4E5E-8BE1-6476D148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07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723A78-3032-0241-E970-2C86EF191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83D65-BAFF-461E-4C37-E9AE7E2A9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B034D-5953-7084-F636-8CDE0F53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A01B-2001-458B-843D-7B993EC8BCC7}" type="datetimeFigureOut">
              <a:rPr lang="en-US" smtClean="0"/>
              <a:t>2024-11-25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0EEB1-560E-F146-4A9C-C303A25C3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F56D7-C8B2-6405-7D00-CF390951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4608-DC1E-4E5E-8BE1-6476D148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16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2518F-B3F0-80CC-4679-0A89BE9DE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4F2A8-D95C-9300-C5E9-093C446F4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B4691-9160-2D49-82BD-A83CBD7EF6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8A01B-2001-458B-843D-7B993EC8BCC7}" type="datetimeFigureOut">
              <a:rPr lang="en-US" smtClean="0"/>
              <a:t>2024-11-25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B9B4A-35D8-F258-1FB7-1CD08AC0C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35CB7-BB94-D4B9-CC56-8E88E69DC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94608-DC1E-4E5E-8BE1-6476D1480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59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4.svg"/><Relationship Id="rId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C9252547-DB0A-1980-D0BF-DC27E5E10C90}"/>
              </a:ext>
            </a:extLst>
          </p:cNvPr>
          <p:cNvGrpSpPr/>
          <p:nvPr/>
        </p:nvGrpSpPr>
        <p:grpSpPr>
          <a:xfrm>
            <a:off x="685583" y="60960"/>
            <a:ext cx="10546297" cy="6640163"/>
            <a:chOff x="685583" y="60960"/>
            <a:chExt cx="10546297" cy="6640163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03E928B6-74FD-08F4-2F57-51749522BD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24984"/>
            <a:stretch/>
          </p:blipFill>
          <p:spPr>
            <a:xfrm>
              <a:off x="685583" y="60960"/>
              <a:ext cx="4937760" cy="3291143"/>
            </a:xfrm>
            <a:prstGeom prst="rect">
              <a:avLst/>
            </a:prstGeom>
          </p:spPr>
        </p:pic>
        <p:pic>
          <p:nvPicPr>
            <p:cNvPr id="74" name="Graphic 73">
              <a:extLst>
                <a:ext uri="{FF2B5EF4-FFF2-40B4-BE49-F238E27FC236}">
                  <a16:creationId xmlns:a16="http://schemas.microsoft.com/office/drawing/2014/main" id="{E99B209D-D974-FAFC-FE56-44F155A3B6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24984"/>
            <a:stretch/>
          </p:blipFill>
          <p:spPr>
            <a:xfrm>
              <a:off x="6294120" y="3409978"/>
              <a:ext cx="4937760" cy="3291143"/>
            </a:xfrm>
            <a:prstGeom prst="rect">
              <a:avLst/>
            </a:prstGeom>
          </p:spPr>
        </p:pic>
        <p:pic>
          <p:nvPicPr>
            <p:cNvPr id="78" name="Graphic 77">
              <a:extLst>
                <a:ext uri="{FF2B5EF4-FFF2-40B4-BE49-F238E27FC236}">
                  <a16:creationId xmlns:a16="http://schemas.microsoft.com/office/drawing/2014/main" id="{888E304D-17EC-9B12-DA14-E71B3D7A12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24984"/>
            <a:stretch/>
          </p:blipFill>
          <p:spPr>
            <a:xfrm>
              <a:off x="685583" y="3409980"/>
              <a:ext cx="4937760" cy="3291143"/>
            </a:xfrm>
            <a:prstGeom prst="rect">
              <a:avLst/>
            </a:prstGeom>
          </p:spPr>
        </p:pic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794F521E-C97C-E26A-8375-688486328768}"/>
                </a:ext>
              </a:extLst>
            </p:cNvPr>
            <p:cNvGrpSpPr/>
            <p:nvPr/>
          </p:nvGrpSpPr>
          <p:grpSpPr>
            <a:xfrm>
              <a:off x="6294120" y="198816"/>
              <a:ext cx="4937760" cy="3153287"/>
              <a:chOff x="5943600" y="403112"/>
              <a:chExt cx="5716210" cy="3650411"/>
            </a:xfrm>
          </p:grpSpPr>
          <p:pic>
            <p:nvPicPr>
              <p:cNvPr id="76" name="Graphic 75">
                <a:extLst>
                  <a:ext uri="{FF2B5EF4-FFF2-40B4-BE49-F238E27FC236}">
                    <a16:creationId xmlns:a16="http://schemas.microsoft.com/office/drawing/2014/main" id="{B77CD416-2378-CEBA-964F-CB21BB2D5C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t="4189" r="24984"/>
              <a:stretch/>
            </p:blipFill>
            <p:spPr>
              <a:xfrm>
                <a:off x="5943600" y="403112"/>
                <a:ext cx="5716210" cy="3650411"/>
              </a:xfrm>
              <a:prstGeom prst="rect">
                <a:avLst/>
              </a:prstGeom>
            </p:spPr>
          </p:pic>
          <p:pic>
            <p:nvPicPr>
              <p:cNvPr id="79" name="Graphic 78">
                <a:extLst>
                  <a:ext uri="{FF2B5EF4-FFF2-40B4-BE49-F238E27FC236}">
                    <a16:creationId xmlns:a16="http://schemas.microsoft.com/office/drawing/2014/main" id="{E7A6D367-D9D8-A4B1-8126-FD8D2CE3E9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74530" t="7321" r="6027" b="20977"/>
              <a:stretch/>
            </p:blipFill>
            <p:spPr>
              <a:xfrm>
                <a:off x="10106756" y="1018065"/>
                <a:ext cx="1226168" cy="226091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9202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D44BD6F-5BFC-871C-0C4C-A10071392DFC}"/>
              </a:ext>
            </a:extLst>
          </p:cNvPr>
          <p:cNvGrpSpPr/>
          <p:nvPr/>
        </p:nvGrpSpPr>
        <p:grpSpPr>
          <a:xfrm>
            <a:off x="701040" y="640510"/>
            <a:ext cx="11490960" cy="4769260"/>
            <a:chOff x="701040" y="640510"/>
            <a:chExt cx="11490960" cy="4769260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86F3946E-6FCC-90C6-0260-A538A12CA2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25600"/>
            <a:stretch/>
          </p:blipFill>
          <p:spPr>
            <a:xfrm>
              <a:off x="5684520" y="640510"/>
              <a:ext cx="4617720" cy="2327480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CD565CA9-E67F-39B5-93D4-45554DE610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25600"/>
            <a:stretch/>
          </p:blipFill>
          <p:spPr>
            <a:xfrm>
              <a:off x="701040" y="3082290"/>
              <a:ext cx="4617720" cy="2327480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93C04CD-37F4-4388-BA06-43829933EF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25600"/>
            <a:stretch/>
          </p:blipFill>
          <p:spPr>
            <a:xfrm>
              <a:off x="701040" y="640510"/>
              <a:ext cx="4617720" cy="232748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34FAC2C-AF8E-087B-5A0A-D4D71CB434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r="25600"/>
            <a:stretch/>
          </p:blipFill>
          <p:spPr>
            <a:xfrm>
              <a:off x="5684520" y="3082290"/>
              <a:ext cx="4617720" cy="232748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EC5BC49-66A6-5C46-79F2-F53979C653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74199" r="5701"/>
            <a:stretch/>
          </p:blipFill>
          <p:spPr>
            <a:xfrm>
              <a:off x="10660380" y="1539240"/>
              <a:ext cx="1531620" cy="285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5877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64EAA2-210F-8241-D864-BA56CE6D8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485"/>
          <a:stretch/>
        </p:blipFill>
        <p:spPr>
          <a:xfrm>
            <a:off x="563880" y="419100"/>
            <a:ext cx="4485640" cy="3009900"/>
          </a:xfr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B79C29-E677-308E-D817-E280C04A1A1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5485"/>
          <a:stretch/>
        </p:blipFill>
        <p:spPr>
          <a:xfrm>
            <a:off x="5643880" y="419100"/>
            <a:ext cx="4485640" cy="30099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0B0EC9A-4870-443C-B42E-89BE34E9D2C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75025" t="4858" r="6369" b="11383"/>
          <a:stretch/>
        </p:blipFill>
        <p:spPr>
          <a:xfrm>
            <a:off x="10609580" y="2059412"/>
            <a:ext cx="1384300" cy="272655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CEFA97B-E2EB-0627-BE6D-6539ADD078D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25485"/>
          <a:stretch/>
        </p:blipFill>
        <p:spPr>
          <a:xfrm>
            <a:off x="563880" y="3497579"/>
            <a:ext cx="4485640" cy="30099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19E312A-8CF2-810E-BC9A-ADD80565B9B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r="25485"/>
          <a:stretch/>
        </p:blipFill>
        <p:spPr>
          <a:xfrm>
            <a:off x="5643880" y="3497579"/>
            <a:ext cx="448564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045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07A92-3063-A76F-123D-16AEC92CA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A2A76A73-DE49-509E-39FF-3148475C60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288"/>
          <a:stretch/>
        </p:blipFill>
        <p:spPr>
          <a:xfrm>
            <a:off x="5410199" y="3047420"/>
            <a:ext cx="4132691" cy="276577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4B52748-F061-64EC-7EB3-F1775653CA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5288"/>
          <a:stretch/>
        </p:blipFill>
        <p:spPr>
          <a:xfrm>
            <a:off x="860193" y="220690"/>
            <a:ext cx="4132691" cy="2765771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36E90CF3-908C-E7CD-6D5F-7D23DA2474F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5288"/>
          <a:stretch/>
        </p:blipFill>
        <p:spPr>
          <a:xfrm>
            <a:off x="5410200" y="220691"/>
            <a:ext cx="4132691" cy="276577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C4F28AF-DBED-FB6C-C518-CA1717E1B56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24491"/>
          <a:stretch/>
        </p:blipFill>
        <p:spPr>
          <a:xfrm>
            <a:off x="860193" y="3047422"/>
            <a:ext cx="4176803" cy="2765771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06222922-EE27-354C-A7D9-18EAA2F5D7B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73915" t="7785" r="5485"/>
          <a:stretch/>
        </p:blipFill>
        <p:spPr>
          <a:xfrm>
            <a:off x="9960207" y="322017"/>
            <a:ext cx="1326234" cy="296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11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96BC8CFF460446802F03DD2955164D" ma:contentTypeVersion="12" ma:contentTypeDescription="Create a new document." ma:contentTypeScope="" ma:versionID="7c94978da4dba21d1348b73af8a116d8">
  <xsd:schema xmlns:xsd="http://www.w3.org/2001/XMLSchema" xmlns:xs="http://www.w3.org/2001/XMLSchema" xmlns:p="http://schemas.microsoft.com/office/2006/metadata/properties" xmlns:ns2="e23ca20d-e806-4c9e-b878-4736b7510ebf" xmlns:ns3="a047cbd3-9713-4a0e-b8d6-9ec0196babd7" targetNamespace="http://schemas.microsoft.com/office/2006/metadata/properties" ma:root="true" ma:fieldsID="6e099475173d4cc61d7b9f7888644351" ns2:_="" ns3:_="">
    <xsd:import namespace="e23ca20d-e806-4c9e-b878-4736b7510ebf"/>
    <xsd:import namespace="a047cbd3-9713-4a0e-b8d6-9ec0196bab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3ca20d-e806-4c9e-b878-4736b7510e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2102423-6c9a-45d0-aa71-0069027da2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7cbd3-9713-4a0e-b8d6-9ec0196babd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d2091ce-fd9b-4db5-8673-2d680fab3e9e}" ma:internalName="TaxCatchAll" ma:showField="CatchAllData" ma:web="a047cbd3-9713-4a0e-b8d6-9ec0196bab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47cbd3-9713-4a0e-b8d6-9ec0196babd7" xsi:nil="true"/>
    <lcf76f155ced4ddcb4097134ff3c332f xmlns="e23ca20d-e806-4c9e-b878-4736b7510eb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0D6E3C0-4DF1-434F-96B4-49E81A12CB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BB3330-EC72-4A05-A72C-76218D85E2A9}"/>
</file>

<file path=customXml/itemProps3.xml><?xml version="1.0" encoding="utf-8"?>
<ds:datastoreItem xmlns:ds="http://schemas.openxmlformats.org/officeDocument/2006/customXml" ds:itemID="{E4DAEC0F-8E5B-49F8-B1C5-622873B0F455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schemas.openxmlformats.org/package/2006/metadata/core-properties"/>
    <ds:schemaRef ds:uri="http://purl.org/dc/dcmitype/"/>
    <ds:schemaRef ds:uri="e23ca20d-e806-4c9e-b878-4736b7510ebf"/>
    <ds:schemaRef ds:uri="http://schemas.microsoft.com/office/infopath/2007/PartnerControls"/>
    <ds:schemaRef ds:uri="a047cbd3-9713-4a0e-b8d6-9ec0196babd7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TECHNICAL UNIVERSITY OF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Roberto Agromayor</dc:creator>
  <cp:lastModifiedBy>Simone Parisi</cp:lastModifiedBy>
  <cp:revision>2</cp:revision>
  <dcterms:created xsi:type="dcterms:W3CDTF">2024-02-27T06:46:07Z</dcterms:created>
  <dcterms:modified xsi:type="dcterms:W3CDTF">2024-11-25T17:39:19Z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0x0101006F96BC8CFF460446802F03DD2955164D</vt:lpwstr>
  </property>
  <property fmtid="{D5CDD505-2E9C-101B-9397-08002B2CF9AE}" pid="3" name="MediaServiceImageTags">
    <vt:lpwstr/>
  </property>
</Properties>
</file>