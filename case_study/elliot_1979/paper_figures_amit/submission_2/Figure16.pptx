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5029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9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9" Type="http://schemas.openxmlformats.org/officeDocument/2006/relationships/customXml" Target="../customXml/item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23066"/>
            <a:ext cx="9144000" cy="1750907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41495"/>
            <a:ext cx="9144000" cy="1214225"/>
          </a:xfrm>
        </p:spPr>
        <p:txBody>
          <a:bodyPr/>
          <a:lstStyle>
            <a:lvl1pPr marL="0" indent="0" algn="ctr">
              <a:buNone/>
              <a:defRPr sz="1760"/>
            </a:lvl1pPr>
            <a:lvl2pPr marL="335265" indent="0" algn="ctr">
              <a:buNone/>
              <a:defRPr sz="1467"/>
            </a:lvl2pPr>
            <a:lvl3pPr marL="670530" indent="0" algn="ctr">
              <a:buNone/>
              <a:defRPr sz="1320"/>
            </a:lvl3pPr>
            <a:lvl4pPr marL="1005794" indent="0" algn="ctr">
              <a:buNone/>
              <a:defRPr sz="1173"/>
            </a:lvl4pPr>
            <a:lvl5pPr marL="1341059" indent="0" algn="ctr">
              <a:buNone/>
              <a:defRPr sz="1173"/>
            </a:lvl5pPr>
            <a:lvl6pPr marL="1676324" indent="0" algn="ctr">
              <a:buNone/>
              <a:defRPr sz="1173"/>
            </a:lvl6pPr>
            <a:lvl7pPr marL="2011589" indent="0" algn="ctr">
              <a:buNone/>
              <a:defRPr sz="1173"/>
            </a:lvl7pPr>
            <a:lvl8pPr marL="2346853" indent="0" algn="ctr">
              <a:buNone/>
              <a:defRPr sz="1173"/>
            </a:lvl8pPr>
            <a:lvl9pPr marL="2682118" indent="0" algn="ctr">
              <a:buNone/>
              <a:defRPr sz="117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7829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183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53808"/>
            <a:ext cx="10515600" cy="209200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365607"/>
            <a:ext cx="10515600" cy="1100137"/>
          </a:xfrm>
        </p:spPr>
        <p:txBody>
          <a:bodyPr/>
          <a:lstStyle>
            <a:lvl1pPr marL="0" indent="0">
              <a:buNone/>
              <a:defRPr sz="1760">
                <a:solidFill>
                  <a:schemeClr val="tx1">
                    <a:tint val="82000"/>
                  </a:schemeClr>
                </a:solidFill>
              </a:defRPr>
            </a:lvl1pPr>
            <a:lvl2pPr marL="335265" indent="0">
              <a:buNone/>
              <a:defRPr sz="1467">
                <a:solidFill>
                  <a:schemeClr val="tx1">
                    <a:tint val="82000"/>
                  </a:schemeClr>
                </a:solidFill>
              </a:defRPr>
            </a:lvl2pPr>
            <a:lvl3pPr marL="670530" indent="0">
              <a:buNone/>
              <a:defRPr sz="1320">
                <a:solidFill>
                  <a:schemeClr val="tx1">
                    <a:tint val="82000"/>
                  </a:schemeClr>
                </a:solidFill>
              </a:defRPr>
            </a:lvl3pPr>
            <a:lvl4pPr marL="100579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4pPr>
            <a:lvl5pPr marL="134105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5pPr>
            <a:lvl6pPr marL="1676324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6pPr>
            <a:lvl7pPr marL="2011589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7pPr>
            <a:lvl8pPr marL="2346853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8pPr>
            <a:lvl9pPr marL="2682118" indent="0">
              <a:buNone/>
              <a:defRPr sz="117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3890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338792"/>
            <a:ext cx="5181600" cy="31909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225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67758"/>
            <a:ext cx="10515600" cy="972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232853"/>
            <a:ext cx="5157787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837055"/>
            <a:ext cx="5157787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232853"/>
            <a:ext cx="5183188" cy="604202"/>
          </a:xfrm>
        </p:spPr>
        <p:txBody>
          <a:bodyPr anchor="b"/>
          <a:lstStyle>
            <a:lvl1pPr marL="0" indent="0">
              <a:buNone/>
              <a:defRPr sz="1760" b="1"/>
            </a:lvl1pPr>
            <a:lvl2pPr marL="335265" indent="0">
              <a:buNone/>
              <a:defRPr sz="1467" b="1"/>
            </a:lvl2pPr>
            <a:lvl3pPr marL="670530" indent="0">
              <a:buNone/>
              <a:defRPr sz="1320" b="1"/>
            </a:lvl3pPr>
            <a:lvl4pPr marL="1005794" indent="0">
              <a:buNone/>
              <a:defRPr sz="1173" b="1"/>
            </a:lvl4pPr>
            <a:lvl5pPr marL="1341059" indent="0">
              <a:buNone/>
              <a:defRPr sz="1173" b="1"/>
            </a:lvl5pPr>
            <a:lvl6pPr marL="1676324" indent="0">
              <a:buNone/>
              <a:defRPr sz="1173" b="1"/>
            </a:lvl6pPr>
            <a:lvl7pPr marL="2011589" indent="0">
              <a:buNone/>
              <a:defRPr sz="1173" b="1"/>
            </a:lvl7pPr>
            <a:lvl8pPr marL="2346853" indent="0">
              <a:buNone/>
              <a:defRPr sz="1173" b="1"/>
            </a:lvl8pPr>
            <a:lvl9pPr marL="2682118" indent="0">
              <a:buNone/>
              <a:defRPr sz="117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837055"/>
            <a:ext cx="5183188" cy="27020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96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256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53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724112"/>
            <a:ext cx="6172200" cy="3573992"/>
          </a:xfrm>
        </p:spPr>
        <p:txBody>
          <a:bodyPr/>
          <a:lstStyle>
            <a:lvl1pPr>
              <a:defRPr sz="2347"/>
            </a:lvl1pPr>
            <a:lvl2pPr>
              <a:defRPr sz="2053"/>
            </a:lvl2pPr>
            <a:lvl3pPr>
              <a:defRPr sz="1760"/>
            </a:lvl3pPr>
            <a:lvl4pPr>
              <a:defRPr sz="1467"/>
            </a:lvl4pPr>
            <a:lvl5pPr>
              <a:defRPr sz="1467"/>
            </a:lvl5pPr>
            <a:lvl6pPr>
              <a:defRPr sz="1467"/>
            </a:lvl6pPr>
            <a:lvl7pPr>
              <a:defRPr sz="1467"/>
            </a:lvl7pPr>
            <a:lvl8pPr>
              <a:defRPr sz="1467"/>
            </a:lvl8pPr>
            <a:lvl9pPr>
              <a:defRPr sz="14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610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35280"/>
            <a:ext cx="3932237" cy="1173480"/>
          </a:xfrm>
        </p:spPr>
        <p:txBody>
          <a:bodyPr anchor="b"/>
          <a:lstStyle>
            <a:lvl1pPr>
              <a:defRPr sz="234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724112"/>
            <a:ext cx="6172200" cy="3573992"/>
          </a:xfrm>
        </p:spPr>
        <p:txBody>
          <a:bodyPr anchor="t"/>
          <a:lstStyle>
            <a:lvl1pPr marL="0" indent="0">
              <a:buNone/>
              <a:defRPr sz="2347"/>
            </a:lvl1pPr>
            <a:lvl2pPr marL="335265" indent="0">
              <a:buNone/>
              <a:defRPr sz="2053"/>
            </a:lvl2pPr>
            <a:lvl3pPr marL="670530" indent="0">
              <a:buNone/>
              <a:defRPr sz="1760"/>
            </a:lvl3pPr>
            <a:lvl4pPr marL="1005794" indent="0">
              <a:buNone/>
              <a:defRPr sz="1467"/>
            </a:lvl4pPr>
            <a:lvl5pPr marL="1341059" indent="0">
              <a:buNone/>
              <a:defRPr sz="1467"/>
            </a:lvl5pPr>
            <a:lvl6pPr marL="1676324" indent="0">
              <a:buNone/>
              <a:defRPr sz="1467"/>
            </a:lvl6pPr>
            <a:lvl7pPr marL="2011589" indent="0">
              <a:buNone/>
              <a:defRPr sz="1467"/>
            </a:lvl7pPr>
            <a:lvl8pPr marL="2346853" indent="0">
              <a:buNone/>
              <a:defRPr sz="1467"/>
            </a:lvl8pPr>
            <a:lvl9pPr marL="2682118" indent="0">
              <a:buNone/>
              <a:defRPr sz="14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508760"/>
            <a:ext cx="3932237" cy="2795165"/>
          </a:xfrm>
        </p:spPr>
        <p:txBody>
          <a:bodyPr/>
          <a:lstStyle>
            <a:lvl1pPr marL="0" indent="0">
              <a:buNone/>
              <a:defRPr sz="1173"/>
            </a:lvl1pPr>
            <a:lvl2pPr marL="335265" indent="0">
              <a:buNone/>
              <a:defRPr sz="1027"/>
            </a:lvl2pPr>
            <a:lvl3pPr marL="670530" indent="0">
              <a:buNone/>
              <a:defRPr sz="880"/>
            </a:lvl3pPr>
            <a:lvl4pPr marL="1005794" indent="0">
              <a:buNone/>
              <a:defRPr sz="733"/>
            </a:lvl4pPr>
            <a:lvl5pPr marL="1341059" indent="0">
              <a:buNone/>
              <a:defRPr sz="733"/>
            </a:lvl5pPr>
            <a:lvl6pPr marL="1676324" indent="0">
              <a:buNone/>
              <a:defRPr sz="733"/>
            </a:lvl6pPr>
            <a:lvl7pPr marL="2011589" indent="0">
              <a:buNone/>
              <a:defRPr sz="733"/>
            </a:lvl7pPr>
            <a:lvl8pPr marL="2346853" indent="0">
              <a:buNone/>
              <a:defRPr sz="733"/>
            </a:lvl8pPr>
            <a:lvl9pPr marL="2682118" indent="0">
              <a:buNone/>
              <a:defRPr sz="7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5343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343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67758"/>
            <a:ext cx="2628900" cy="42620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67758"/>
            <a:ext cx="7734300" cy="42620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58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67758"/>
            <a:ext cx="10515600" cy="9720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38792"/>
            <a:ext cx="10515600" cy="3190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06E8C0-6618-4626-BE31-2522F2DBF314}" type="datetimeFigureOut">
              <a:rPr lang="en-GB" smtClean="0"/>
              <a:t>25/11/2024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661324"/>
            <a:ext cx="41148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661324"/>
            <a:ext cx="2743200" cy="26775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DBC47D-D004-459D-B17D-98F6D7F431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5637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70530" rtl="0" eaLnBrk="1" latinLnBrk="0" hangingPunct="1">
        <a:lnSpc>
          <a:spcPct val="90000"/>
        </a:lnSpc>
        <a:spcBef>
          <a:spcPct val="0"/>
        </a:spcBef>
        <a:buNone/>
        <a:defRPr sz="32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7632" indent="-167632" algn="l" defTabSz="670530" rtl="0" eaLnBrk="1" latinLnBrk="0" hangingPunct="1">
        <a:lnSpc>
          <a:spcPct val="90000"/>
        </a:lnSpc>
        <a:spcBef>
          <a:spcPts val="73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1pPr>
      <a:lvl2pPr marL="50289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760" kern="1200">
          <a:solidFill>
            <a:schemeClr val="tx1"/>
          </a:solidFill>
          <a:latin typeface="+mn-lt"/>
          <a:ea typeface="+mn-ea"/>
          <a:cs typeface="+mn-cs"/>
        </a:defRPr>
      </a:lvl2pPr>
      <a:lvl3pPr marL="838162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467" kern="1200">
          <a:solidFill>
            <a:schemeClr val="tx1"/>
          </a:solidFill>
          <a:latin typeface="+mn-lt"/>
          <a:ea typeface="+mn-ea"/>
          <a:cs typeface="+mn-cs"/>
        </a:defRPr>
      </a:lvl3pPr>
      <a:lvl4pPr marL="1173427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50869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84395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179221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514486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849750" indent="-167632" algn="l" defTabSz="670530" rtl="0" eaLnBrk="1" latinLnBrk="0" hangingPunct="1">
        <a:lnSpc>
          <a:spcPct val="90000"/>
        </a:lnSpc>
        <a:spcBef>
          <a:spcPts val="367"/>
        </a:spcBef>
        <a:buFont typeface="Arial" panose="020B0604020202020204" pitchFamily="34" charset="0"/>
        <a:buChar char="•"/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1pPr>
      <a:lvl2pPr marL="335265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2pPr>
      <a:lvl3pPr marL="670530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3pPr>
      <a:lvl4pPr marL="100579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4pPr>
      <a:lvl5pPr marL="134105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5pPr>
      <a:lvl6pPr marL="1676324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6pPr>
      <a:lvl7pPr marL="2011589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7pPr>
      <a:lvl8pPr marL="2346853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8pPr>
      <a:lvl9pPr marL="2682118" algn="l" defTabSz="670530" rtl="0" eaLnBrk="1" latinLnBrk="0" hangingPunct="1">
        <a:defRPr sz="13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rainbow colored lines with numbers&#10;&#10;Description automatically generated">
            <a:extLst>
              <a:ext uri="{FF2B5EF4-FFF2-40B4-BE49-F238E27FC236}">
                <a16:creationId xmlns:a16="http://schemas.microsoft.com/office/drawing/2014/main" id="{7BCED3CD-8FF6-A4C4-46DF-68F14CCD2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871159"/>
            <a:ext cx="7211839" cy="3740469"/>
          </a:xfrm>
          <a:prstGeom prst="rect">
            <a:avLst/>
          </a:prstGeom>
        </p:spPr>
      </p:pic>
      <p:pic>
        <p:nvPicPr>
          <p:cNvPr id="7" name="Picture 6" descr="A diagram of a wave&#10;&#10;Description automatically generated">
            <a:extLst>
              <a:ext uri="{FF2B5EF4-FFF2-40B4-BE49-F238E27FC236}">
                <a16:creationId xmlns:a16="http://schemas.microsoft.com/office/drawing/2014/main" id="{C052158E-B4E2-411B-F9F7-0B6AE990C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1852" y="516089"/>
            <a:ext cx="4580148" cy="4095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08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F96BC8CFF460446802F03DD2955164D" ma:contentTypeVersion="12" ma:contentTypeDescription="Create a new document." ma:contentTypeScope="" ma:versionID="7c94978da4dba21d1348b73af8a116d8">
  <xsd:schema xmlns:xsd="http://www.w3.org/2001/XMLSchema" xmlns:xs="http://www.w3.org/2001/XMLSchema" xmlns:p="http://schemas.microsoft.com/office/2006/metadata/properties" xmlns:ns2="e23ca20d-e806-4c9e-b878-4736b7510ebf" xmlns:ns3="a047cbd3-9713-4a0e-b8d6-9ec0196babd7" targetNamespace="http://schemas.microsoft.com/office/2006/metadata/properties" ma:root="true" ma:fieldsID="6e099475173d4cc61d7b9f7888644351" ns2:_="" ns3:_="">
    <xsd:import namespace="e23ca20d-e806-4c9e-b878-4736b7510ebf"/>
    <xsd:import namespace="a047cbd3-9713-4a0e-b8d6-9ec0196bab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3ca20d-e806-4c9e-b878-4736b7510e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2102423-6c9a-45d0-aa71-0069027da2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47cbd3-9713-4a0e-b8d6-9ec0196babd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6d2091ce-fd9b-4db5-8673-2d680fab3e9e}" ma:internalName="TaxCatchAll" ma:showField="CatchAllData" ma:web="a047cbd3-9713-4a0e-b8d6-9ec0196babd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47cbd3-9713-4a0e-b8d6-9ec0196babd7" xsi:nil="true"/>
    <lcf76f155ced4ddcb4097134ff3c332f xmlns="e23ca20d-e806-4c9e-b878-4736b7510eb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07AB9BF-AF04-4B48-A224-9B6E9D6B46EF}"/>
</file>

<file path=customXml/itemProps2.xml><?xml version="1.0" encoding="utf-8"?>
<ds:datastoreItem xmlns:ds="http://schemas.openxmlformats.org/officeDocument/2006/customXml" ds:itemID="{F674B7F7-3E58-4851-BCF2-B69422A255FA}"/>
</file>

<file path=customXml/itemProps3.xml><?xml version="1.0" encoding="utf-8"?>
<ds:datastoreItem xmlns:ds="http://schemas.openxmlformats.org/officeDocument/2006/customXml" ds:itemID="{5EEE39A1-C7EF-4662-9C0E-D21B531A198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Simone Parisi</dc:creator>
  <cp:lastModifiedBy>Simone Parisi</cp:lastModifiedBy>
  <cp:revision>2</cp:revision>
  <dcterms:created xsi:type="dcterms:W3CDTF">2024-11-25T19:04:54Z</dcterms:created>
  <dcterms:modified xsi:type="dcterms:W3CDTF">2024-11-25T19:06:55Z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0x0101006F96BC8CFF460446802F03DD2955164D</vt:lpwstr>
  </property>
</Properties>
</file>