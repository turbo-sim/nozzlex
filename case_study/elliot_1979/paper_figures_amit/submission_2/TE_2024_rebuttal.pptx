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9" r:id="rId7"/>
    <p:sldId id="270" r:id="rId8"/>
    <p:sldId id="299" r:id="rId9"/>
    <p:sldId id="300" r:id="rId10"/>
    <p:sldId id="301" r:id="rId11"/>
    <p:sldId id="303" r:id="rId12"/>
    <p:sldId id="304" r:id="rId13"/>
    <p:sldId id="305" r:id="rId14"/>
    <p:sldId id="306" r:id="rId15"/>
    <p:sldId id="307" r:id="rId16"/>
    <p:sldId id="317" r:id="rId17"/>
    <p:sldId id="308" r:id="rId18"/>
    <p:sldId id="313" r:id="rId19"/>
    <p:sldId id="316" r:id="rId20"/>
    <p:sldId id="312" r:id="rId2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25A781-D94B-468B-92B6-C9C469086072}" v="1" dt="2025-04-29T12:13:29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72" autoAdjust="0"/>
    <p:restoredTop sz="94660"/>
  </p:normalViewPr>
  <p:slideViewPr>
    <p:cSldViewPr snapToGrid="0">
      <p:cViewPr>
        <p:scale>
          <a:sx n="100" d="100"/>
          <a:sy n="100" d="100"/>
        </p:scale>
        <p:origin x="1029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Agromayor" userId="68cf30cd-963e-400e-b5c3-28b83bb08f1f" providerId="ADAL" clId="{1CB61E4A-1CC1-40A1-A51B-BBF2FEB1C2FC}"/>
    <pc:docChg chg="undo redo custSel modSld">
      <pc:chgData name="Roberto Agromayor" userId="68cf30cd-963e-400e-b5c3-28b83bb08f1f" providerId="ADAL" clId="{1CB61E4A-1CC1-40A1-A51B-BBF2FEB1C2FC}" dt="2024-04-06T03:59:51.179" v="126" actId="1076"/>
      <pc:docMkLst>
        <pc:docMk/>
      </pc:docMkLst>
      <pc:sldChg chg="addSp modSp">
        <pc:chgData name="Roberto Agromayor" userId="68cf30cd-963e-400e-b5c3-28b83bb08f1f" providerId="ADAL" clId="{1CB61E4A-1CC1-40A1-A51B-BBF2FEB1C2FC}" dt="2024-04-06T03:31:04.449" v="0" actId="164"/>
        <pc:sldMkLst>
          <pc:docMk/>
          <pc:sldMk cId="4011470703" sldId="256"/>
        </pc:sldMkLst>
      </pc:sldChg>
      <pc:sldChg chg="modSp mod">
        <pc:chgData name="Roberto Agromayor" userId="68cf30cd-963e-400e-b5c3-28b83bb08f1f" providerId="ADAL" clId="{1CB61E4A-1CC1-40A1-A51B-BBF2FEB1C2FC}" dt="2024-04-06T03:54:59.706" v="109" actId="1076"/>
        <pc:sldMkLst>
          <pc:docMk/>
          <pc:sldMk cId="105762177" sldId="303"/>
        </pc:sldMkLst>
      </pc:sldChg>
      <pc:sldChg chg="modSp mod">
        <pc:chgData name="Roberto Agromayor" userId="68cf30cd-963e-400e-b5c3-28b83bb08f1f" providerId="ADAL" clId="{1CB61E4A-1CC1-40A1-A51B-BBF2FEB1C2FC}" dt="2024-04-06T03:51:30.764" v="84" actId="14100"/>
        <pc:sldMkLst>
          <pc:docMk/>
          <pc:sldMk cId="4223867843" sldId="308"/>
        </pc:sldMkLst>
      </pc:sldChg>
      <pc:sldChg chg="modSp mod">
        <pc:chgData name="Roberto Agromayor" userId="68cf30cd-963e-400e-b5c3-28b83bb08f1f" providerId="ADAL" clId="{1CB61E4A-1CC1-40A1-A51B-BBF2FEB1C2FC}" dt="2024-04-06T03:59:51.179" v="126" actId="1076"/>
        <pc:sldMkLst>
          <pc:docMk/>
          <pc:sldMk cId="2545234490" sldId="312"/>
        </pc:sldMkLst>
      </pc:sldChg>
      <pc:sldChg chg="modSp mod">
        <pc:chgData name="Roberto Agromayor" userId="68cf30cd-963e-400e-b5c3-28b83bb08f1f" providerId="ADAL" clId="{1CB61E4A-1CC1-40A1-A51B-BBF2FEB1C2FC}" dt="2024-04-06T03:58:38.167" v="111" actId="1076"/>
        <pc:sldMkLst>
          <pc:docMk/>
          <pc:sldMk cId="895111502" sldId="316"/>
        </pc:sldMkLst>
      </pc:sldChg>
      <pc:sldChg chg="modSp mod">
        <pc:chgData name="Roberto Agromayor" userId="68cf30cd-963e-400e-b5c3-28b83bb08f1f" providerId="ADAL" clId="{1CB61E4A-1CC1-40A1-A51B-BBF2FEB1C2FC}" dt="2024-04-06T03:52:01.777" v="107" actId="1036"/>
        <pc:sldMkLst>
          <pc:docMk/>
          <pc:sldMk cId="3114478251" sldId="317"/>
        </pc:sldMkLst>
      </pc:sldChg>
    </pc:docChg>
  </pc:docChgLst>
  <pc:docChgLst>
    <pc:chgData name="Roberto Agromayor" userId="68cf30cd-963e-400e-b5c3-28b83bb08f1f" providerId="ADAL" clId="{B125A781-D94B-468B-92B6-C9C469086072}"/>
    <pc:docChg chg="undo custSel modSld">
      <pc:chgData name="Roberto Agromayor" userId="68cf30cd-963e-400e-b5c3-28b83bb08f1f" providerId="ADAL" clId="{B125A781-D94B-468B-92B6-C9C469086072}" dt="2025-04-29T12:15:28.865" v="125" actId="1076"/>
      <pc:docMkLst>
        <pc:docMk/>
      </pc:docMkLst>
      <pc:sldChg chg="addSp modSp mod">
        <pc:chgData name="Roberto Agromayor" userId="68cf30cd-963e-400e-b5c3-28b83bb08f1f" providerId="ADAL" clId="{B125A781-D94B-468B-92B6-C9C469086072}" dt="2025-04-29T12:13:45.595" v="14" actId="1076"/>
        <pc:sldMkLst>
          <pc:docMk/>
          <pc:sldMk cId="105762177" sldId="303"/>
        </pc:sldMkLst>
        <pc:spChg chg="add mod">
          <ac:chgData name="Roberto Agromayor" userId="68cf30cd-963e-400e-b5c3-28b83bb08f1f" providerId="ADAL" clId="{B125A781-D94B-468B-92B6-C9C469086072}" dt="2025-04-29T12:13:45.595" v="14" actId="1076"/>
          <ac:spMkLst>
            <pc:docMk/>
            <pc:sldMk cId="105762177" sldId="303"/>
            <ac:spMk id="2" creationId="{43BE88BD-991F-1E04-10AE-0D186947919A}"/>
          </ac:spMkLst>
        </pc:spChg>
      </pc:sldChg>
      <pc:sldChg chg="modSp mod">
        <pc:chgData name="Roberto Agromayor" userId="68cf30cd-963e-400e-b5c3-28b83bb08f1f" providerId="ADAL" clId="{B125A781-D94B-468B-92B6-C9C469086072}" dt="2025-04-29T12:15:28.865" v="125" actId="1076"/>
        <pc:sldMkLst>
          <pc:docMk/>
          <pc:sldMk cId="40872105" sldId="306"/>
        </pc:sldMkLst>
        <pc:spChg chg="mod">
          <ac:chgData name="Roberto Agromayor" userId="68cf30cd-963e-400e-b5c3-28b83bb08f1f" providerId="ADAL" clId="{B125A781-D94B-468B-92B6-C9C469086072}" dt="2025-04-29T12:15:22.955" v="124" actId="1076"/>
          <ac:spMkLst>
            <pc:docMk/>
            <pc:sldMk cId="40872105" sldId="306"/>
            <ac:spMk id="10" creationId="{3D860021-E7BE-17D5-7C95-23FD98856BD0}"/>
          </ac:spMkLst>
        </pc:spChg>
        <pc:spChg chg="mod">
          <ac:chgData name="Roberto Agromayor" userId="68cf30cd-963e-400e-b5c3-28b83bb08f1f" providerId="ADAL" clId="{B125A781-D94B-468B-92B6-C9C469086072}" dt="2025-04-29T12:15:28.865" v="125" actId="1076"/>
          <ac:spMkLst>
            <pc:docMk/>
            <pc:sldMk cId="40872105" sldId="306"/>
            <ac:spMk id="11" creationId="{1D78BD0B-0472-1000-FC7F-CDAC86915AC9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23" creationId="{47BC3A20-1FA0-35F6-4F42-C98C52C8BB92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49" creationId="{43D2C242-C9C0-488F-DE85-EB1CF1B086A7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51" creationId="{F10AE2BE-CD62-AB54-0947-55B7A18C5C45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78" creationId="{E414B597-E825-3ED9-52FC-E560830D8894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79" creationId="{80F4B1D3-1D58-6C69-C16D-1F152B4EC16B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87" creationId="{B3A9B6E3-F54E-B1F6-132B-E7893ACBF0A7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90" creationId="{1EEC75B8-A1E9-4E84-26BE-3E0619DBAC28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91" creationId="{948EF0FC-468C-D362-2E07-396A8F4CE1F0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93" creationId="{1ACC197A-F55C-2299-0BB0-7DD71E177FD7}"/>
          </ac:spMkLst>
        </pc:spChg>
        <pc:spChg chg="mod">
          <ac:chgData name="Roberto Agromayor" userId="68cf30cd-963e-400e-b5c3-28b83bb08f1f" providerId="ADAL" clId="{B125A781-D94B-468B-92B6-C9C469086072}" dt="2025-04-29T12:14:57.790" v="98" actId="1036"/>
          <ac:spMkLst>
            <pc:docMk/>
            <pc:sldMk cId="40872105" sldId="306"/>
            <ac:spMk id="105" creationId="{99B36B52-97B9-91EB-DB4E-F432E4648FE2}"/>
          </ac:spMkLst>
        </pc:spChg>
        <pc:spChg chg="mod">
          <ac:chgData name="Roberto Agromayor" userId="68cf30cd-963e-400e-b5c3-28b83bb08f1f" providerId="ADAL" clId="{B125A781-D94B-468B-92B6-C9C469086072}" dt="2025-04-29T12:15:05.315" v="120" actId="1036"/>
          <ac:spMkLst>
            <pc:docMk/>
            <pc:sldMk cId="40872105" sldId="306"/>
            <ac:spMk id="107" creationId="{DB46CD9C-4016-30BE-85C2-DF4C6FB68640}"/>
          </ac:spMkLst>
        </pc:spChg>
        <pc:picChg chg="mod">
          <ac:chgData name="Roberto Agromayor" userId="68cf30cd-963e-400e-b5c3-28b83bb08f1f" providerId="ADAL" clId="{B125A781-D94B-468B-92B6-C9C469086072}" dt="2025-04-29T12:15:08.446" v="122" actId="1076"/>
          <ac:picMkLst>
            <pc:docMk/>
            <pc:sldMk cId="40872105" sldId="306"/>
            <ac:picMk id="77" creationId="{7C56CDD4-AF06-2BE0-97C3-99F7E8648E05}"/>
          </ac:picMkLst>
        </pc:picChg>
        <pc:cxnChg chg="mod">
          <ac:chgData name="Roberto Agromayor" userId="68cf30cd-963e-400e-b5c3-28b83bb08f1f" providerId="ADAL" clId="{B125A781-D94B-468B-92B6-C9C469086072}" dt="2025-04-29T12:15:11.390" v="123" actId="14100"/>
          <ac:cxnSpMkLst>
            <pc:docMk/>
            <pc:sldMk cId="40872105" sldId="306"/>
            <ac:cxnSpMk id="98" creationId="{9AD7F445-DBEF-28E6-48CF-2B57464BF6E5}"/>
          </ac:cxnSpMkLst>
        </pc:cxnChg>
      </pc:sldChg>
      <pc:sldChg chg="modSp mod">
        <pc:chgData name="Roberto Agromayor" userId="68cf30cd-963e-400e-b5c3-28b83bb08f1f" providerId="ADAL" clId="{B125A781-D94B-468B-92B6-C9C469086072}" dt="2025-04-29T12:14:42.218" v="69" actId="14100"/>
        <pc:sldMkLst>
          <pc:docMk/>
          <pc:sldMk cId="4223867843" sldId="308"/>
        </pc:sldMkLst>
        <pc:spChg chg="mod">
          <ac:chgData name="Roberto Agromayor" userId="68cf30cd-963e-400e-b5c3-28b83bb08f1f" providerId="ADAL" clId="{B125A781-D94B-468B-92B6-C9C469086072}" dt="2025-04-29T12:14:39.164" v="68" actId="1076"/>
          <ac:spMkLst>
            <pc:docMk/>
            <pc:sldMk cId="4223867843" sldId="308"/>
            <ac:spMk id="2" creationId="{C58D1410-D612-52AF-6016-2A61D357B329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13" creationId="{6A51B698-EA23-1952-DFD1-611C87C90FC2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20" creationId="{4788D009-FE65-7E74-0434-97E83C1D93A7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28" creationId="{A2C99C31-D087-08E3-322F-CA269ABB71D9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41" creationId="{4C5B1328-A687-7D81-79A7-59EFE4E363D3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57" creationId="{3FCBAE77-B960-C0C4-5078-06A32853111C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65" creationId="{8F4BD1C4-3DCA-E441-BE11-06091CD63784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68" creationId="{1CBF9F84-8B47-BCF2-27E4-BF132EB0AE1C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69" creationId="{D36B1CD1-7088-A2C9-8320-E4D52EFE9F1C}"/>
          </ac:spMkLst>
        </pc:spChg>
        <pc:spChg chg="mod">
          <ac:chgData name="Roberto Agromayor" userId="68cf30cd-963e-400e-b5c3-28b83bb08f1f" providerId="ADAL" clId="{B125A781-D94B-468B-92B6-C9C469086072}" dt="2025-04-29T12:14:27.150" v="65" actId="1038"/>
          <ac:spMkLst>
            <pc:docMk/>
            <pc:sldMk cId="4223867843" sldId="308"/>
            <ac:spMk id="94" creationId="{9FCF5EB9-4918-A99E-0683-F1BF2A3BB90F}"/>
          </ac:spMkLst>
        </pc:spChg>
        <pc:cxnChg chg="mod">
          <ac:chgData name="Roberto Agromayor" userId="68cf30cd-963e-400e-b5c3-28b83bb08f1f" providerId="ADAL" clId="{B125A781-D94B-468B-92B6-C9C469086072}" dt="2025-04-29T12:14:42.218" v="69" actId="14100"/>
          <ac:cxnSpMkLst>
            <pc:docMk/>
            <pc:sldMk cId="4223867843" sldId="308"/>
            <ac:cxnSpMk id="29" creationId="{179EB080-E292-EE24-6BB4-0A84D989F8A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27543-498A-D13C-AD1D-625A18B62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3733C-19FC-2493-FE90-326CC82AE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22DD5-7D1A-99E0-A107-41049FD4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F79B7-2E35-9E3D-7DDB-4C32CF2C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DA311-D4D2-3799-A0FC-A39D8CB0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245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7E46-85CC-3791-14D9-870B761E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DF243-495E-5970-8DDD-CD367ECD3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0B25-5961-E74E-A029-142DC845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5EC5-D1AD-B853-2C98-F151CFD6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2DA9-D566-AFDF-954C-96B104A9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342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2E35-7177-A1E3-7759-6595E66CB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15DAF-800F-33F1-37AD-EC1C26CA5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50B3-A4A5-CBE3-128C-144CFDE6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395D7-86AD-EE49-CB60-E7A30192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9D8C-1613-CBBA-54E0-5F9CA1C5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361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BE527-1BC4-1137-D49F-AFD87D6F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490ED-1AA7-DB0E-2519-36CC7FB9D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69B34-0710-D25F-8020-3F8C07C5F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0E76A-12CB-9660-CFE5-5F8C33F6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6C0EC-5254-302F-2848-971BFCF6A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A0863-45DB-CFD0-E1E9-F384725B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552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B05E-2624-CAA7-0677-53B610D49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7E977-E439-62F9-7D66-72B0D2C63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95FBC-A772-A119-F24C-852C704D8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81C23-FDAF-9E3A-F021-6A8B42A03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A92809-FB8B-918E-3DC3-CB41E8534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5B254-A4FC-D82D-4AB7-5E8D7EF7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17888-15E4-616D-A0A1-59A57E5C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1089D-0F76-1EA6-2D62-357ED6AE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977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1F2D-C91A-648F-EAE0-60D959CC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AE300-41BD-9436-DB93-155A114B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E1A01-D71D-AC3A-076B-EAD9221C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71869-4F6A-CC4B-BA28-9E1D279F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768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CD295-4D55-8FB1-3DA2-9C6523AC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E7D16-C1C3-E85F-1A6A-D6F5C4E4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790CB-B825-E7AA-3AAB-11CEE41D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7208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9F7C-1927-19AB-B66D-3CE6BEBEA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F15D0-DF89-CF7C-FD58-85714DFD3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D17AF-A476-DB81-C008-9F11824C0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9218E-8A9B-2D75-233C-68296B9F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6E646-8B11-46C9-CD7D-A31F693C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38104-CD31-D68A-42E5-8FFFD588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29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4D49-1955-36AF-A6E1-F9ABC6A6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8CCD2-6B9F-F695-3842-BA5F71131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F569C-20C0-E352-F65E-437F6ACAB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7BA1D-4CF0-A0E7-4BD8-6ED8B5E2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8F2B-7D66-A462-58F7-ABED707B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76299-B7BA-9009-BBD2-CAC4FEBF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32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ABD5-FB92-E18F-2EDB-02A98F51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E4D05-86B8-9733-D22A-EF61D684B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1ECFA-DCEF-19B2-07C5-CBC56AAC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1F6F3-0710-693B-E99B-1F45A2B6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091F-9A80-5525-04DB-4E94B16C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737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633AA-CAEB-547C-2618-2A10BA98C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7D163-5C17-3497-0E06-B5CEDA73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017EC-9390-065B-C09D-942C6E58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6AECF-9F70-9EA5-0209-A07314E6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DB525-526C-019A-671C-381ECEC2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427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754ECE-22D1-5F13-F75D-D08EE3B1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9BAE3-629C-509C-2C9A-A3C533439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99DFC-C261-FF3C-E1DC-7B5928C3D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E7E83-3AAE-4A64-927B-29933FDB1E7B}" type="datetimeFigureOut">
              <a:rPr lang="da-DK" smtClean="0"/>
              <a:t>29-04-2025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6476D-C755-32A0-A430-A67467DC4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D7853-4F00-AFC2-7662-ED86D9A39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B0204-162E-4EBF-89FB-9EED81A4134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152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09F0B7-3FED-7568-E2FD-38D2F683F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678" y="278689"/>
            <a:ext cx="1003651" cy="5949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79A6B-A83A-F2A0-26BB-A40D4F921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49080">
            <a:off x="7803739" y="525032"/>
            <a:ext cx="1926755" cy="105940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A48E480-A7EE-2B5E-B8AA-79106866B802}"/>
              </a:ext>
            </a:extLst>
          </p:cNvPr>
          <p:cNvGrpSpPr/>
          <p:nvPr/>
        </p:nvGrpSpPr>
        <p:grpSpPr>
          <a:xfrm>
            <a:off x="572354" y="618438"/>
            <a:ext cx="5637613" cy="5180320"/>
            <a:chOff x="572354" y="618438"/>
            <a:chExt cx="5637613" cy="51803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EF17D3-4E51-9174-ED8C-8D4F16BE5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8628838">
              <a:off x="3170852" y="3622493"/>
              <a:ext cx="2912820" cy="1303543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74EFF3A-6E31-B680-2051-166A1A507514}"/>
                </a:ext>
              </a:extLst>
            </p:cNvPr>
            <p:cNvCxnSpPr>
              <a:cxnSpLocks/>
            </p:cNvCxnSpPr>
            <p:nvPr/>
          </p:nvCxnSpPr>
          <p:spPr>
            <a:xfrm>
              <a:off x="572354" y="5784879"/>
              <a:ext cx="554827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79B16B-0831-FE3B-9D7D-FBCA5703140A}"/>
                </a:ext>
              </a:extLst>
            </p:cNvPr>
            <p:cNvSpPr txBox="1"/>
            <p:nvPr/>
          </p:nvSpPr>
          <p:spPr>
            <a:xfrm>
              <a:off x="4956019" y="2205788"/>
              <a:ext cx="8834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Nozzle inlet </a:t>
              </a:r>
              <a:endParaRPr lang="da-DK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EB736BA-B3CD-D063-09A2-A36FCE4FE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474" y="1300769"/>
              <a:ext cx="364176" cy="9130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9022B6E-F97F-A36E-2692-107C194E3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354" y="618438"/>
              <a:ext cx="5480281" cy="2442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9AA104A-6AFC-A305-E40B-98F42AF547F0}"/>
                </a:ext>
              </a:extLst>
            </p:cNvPr>
            <p:cNvCxnSpPr>
              <a:cxnSpLocks/>
            </p:cNvCxnSpPr>
            <p:nvPr/>
          </p:nvCxnSpPr>
          <p:spPr>
            <a:xfrm>
              <a:off x="572354" y="768868"/>
              <a:ext cx="0" cy="5016011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35D0C8-1874-63D0-0583-F2CB813A4625}"/>
                </a:ext>
              </a:extLst>
            </p:cNvPr>
            <p:cNvCxnSpPr>
              <a:cxnSpLocks/>
            </p:cNvCxnSpPr>
            <p:nvPr/>
          </p:nvCxnSpPr>
          <p:spPr>
            <a:xfrm>
              <a:off x="572354" y="3106969"/>
              <a:ext cx="5515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798908E-56A2-F2E9-DD34-C18196A0C3BC}"/>
                </a:ext>
              </a:extLst>
            </p:cNvPr>
            <p:cNvCxnSpPr>
              <a:cxnSpLocks/>
            </p:cNvCxnSpPr>
            <p:nvPr/>
          </p:nvCxnSpPr>
          <p:spPr>
            <a:xfrm>
              <a:off x="572354" y="768868"/>
              <a:ext cx="553173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271FB9-4867-C275-3EEF-F672DB5A5BF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768868"/>
              <a:ext cx="24625" cy="5016011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2CEBB71-6B63-E707-8BC1-A933CF3D1DC4}"/>
                </a:ext>
              </a:extLst>
            </p:cNvPr>
            <p:cNvSpPr txBox="1"/>
            <p:nvPr/>
          </p:nvSpPr>
          <p:spPr>
            <a:xfrm>
              <a:off x="5392114" y="1921431"/>
              <a:ext cx="8178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Nozzle 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inlet</a:t>
              </a:r>
              <a:endParaRPr lang="da-DK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8D6B59C-885D-DB11-1799-75E829D2C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1650" y="1423407"/>
              <a:ext cx="147757" cy="5146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1FD1585-CBBE-7EC1-379A-4AD9A929D485}"/>
                </a:ext>
              </a:extLst>
            </p:cNvPr>
            <p:cNvSpPr txBox="1"/>
            <p:nvPr/>
          </p:nvSpPr>
          <p:spPr>
            <a:xfrm>
              <a:off x="2647040" y="2634806"/>
              <a:ext cx="649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Rotor</a:t>
              </a:r>
              <a:endParaRPr lang="da-DK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2D5CAAE-F7C4-30C5-C36F-76587C633B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91865" y="2512542"/>
              <a:ext cx="735573" cy="2144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E52E2A1-ACC9-1158-754E-152821A97D81}"/>
                </a:ext>
              </a:extLst>
            </p:cNvPr>
            <p:cNvSpPr txBox="1"/>
            <p:nvPr/>
          </p:nvSpPr>
          <p:spPr>
            <a:xfrm>
              <a:off x="2688783" y="766110"/>
              <a:ext cx="7792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Shroud</a:t>
              </a:r>
              <a:endParaRPr lang="da-DK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A2F518C-E48E-128B-BCF0-4D8AEE022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5961" y="1044266"/>
              <a:ext cx="272869" cy="2842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12FCBC8-2C9A-F0CF-C98F-18EF70A50535}"/>
                </a:ext>
              </a:extLst>
            </p:cNvPr>
            <p:cNvSpPr txBox="1"/>
            <p:nvPr/>
          </p:nvSpPr>
          <p:spPr>
            <a:xfrm>
              <a:off x="978795" y="903843"/>
              <a:ext cx="7141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Outlet</a:t>
              </a:r>
              <a:endParaRPr lang="da-DK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471FC4C-506C-C358-0C48-2B559BD9CC81}"/>
                </a:ext>
              </a:extLst>
            </p:cNvPr>
            <p:cNvSpPr txBox="1"/>
            <p:nvPr/>
          </p:nvSpPr>
          <p:spPr>
            <a:xfrm>
              <a:off x="3448034" y="2389322"/>
              <a:ext cx="537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Hub</a:t>
              </a:r>
              <a:endParaRPr lang="da-DK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4A729A4-85E4-02B4-5927-ADD1F8AB15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702" y="2358662"/>
              <a:ext cx="505168" cy="153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CD97398-1833-0C2B-4D3D-7E17DB011EAA}"/>
                </a:ext>
              </a:extLst>
            </p:cNvPr>
            <p:cNvSpPr txBox="1"/>
            <p:nvPr/>
          </p:nvSpPr>
          <p:spPr>
            <a:xfrm>
              <a:off x="3367254" y="1070207"/>
              <a:ext cx="870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Periodic</a:t>
              </a:r>
              <a:endParaRPr lang="da-DK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BBBCBB7-59C7-D6F3-BBB5-D6122D1C77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4280" y="1279328"/>
              <a:ext cx="480390" cy="658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FC7B45E-9CB1-A459-7DEC-2D0CF5ED8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59" y="1288454"/>
              <a:ext cx="2339410" cy="1109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00C0284-423C-66FA-5711-875A39E36EFD}"/>
                </a:ext>
              </a:extLst>
            </p:cNvPr>
            <p:cNvCxnSpPr>
              <a:cxnSpLocks/>
            </p:cNvCxnSpPr>
            <p:nvPr/>
          </p:nvCxnSpPr>
          <p:spPr>
            <a:xfrm>
              <a:off x="3186018" y="3106969"/>
              <a:ext cx="16891" cy="2685457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0640390-CD8F-A0E1-923C-77B34EFCF36F}"/>
                </a:ext>
              </a:extLst>
            </p:cNvPr>
            <p:cNvSpPr txBox="1"/>
            <p:nvPr/>
          </p:nvSpPr>
          <p:spPr>
            <a:xfrm>
              <a:off x="3790790" y="2759067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da-DK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D75F0F3-DAA2-9ACF-D78A-9C9C187A1D78}"/>
                </a:ext>
              </a:extLst>
            </p:cNvPr>
            <p:cNvSpPr txBox="1"/>
            <p:nvPr/>
          </p:nvSpPr>
          <p:spPr>
            <a:xfrm>
              <a:off x="4519849" y="5415547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da-DK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2234B1-6491-0A18-73EF-246BA3266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666" y="3128398"/>
              <a:ext cx="2170071" cy="254792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583DDE-567F-6C62-EEAA-039802A8E0BD}"/>
                </a:ext>
              </a:extLst>
            </p:cNvPr>
            <p:cNvSpPr txBox="1"/>
            <p:nvPr/>
          </p:nvSpPr>
          <p:spPr>
            <a:xfrm>
              <a:off x="1882964" y="5429426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da-DK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47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3D1F0-D02B-016E-BB90-E4A2B6CB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02" y="212436"/>
            <a:ext cx="4023524" cy="4756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2BE385-33B7-2A70-C2B6-A085DF418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341" y="572654"/>
            <a:ext cx="7080802" cy="316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6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rectangular object with black numbers&#10;&#10;Description automatically generated">
            <a:extLst>
              <a:ext uri="{FF2B5EF4-FFF2-40B4-BE49-F238E27FC236}">
                <a16:creationId xmlns:a16="http://schemas.microsoft.com/office/drawing/2014/main" id="{86B99F6C-23B3-9FE0-8A5F-E6762985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46" y="1042835"/>
            <a:ext cx="6175596" cy="1238329"/>
          </a:xfrm>
          <a:prstGeom prst="rect">
            <a:avLst/>
          </a:prstGeom>
        </p:spPr>
      </p:pic>
      <p:pic>
        <p:nvPicPr>
          <p:cNvPr id="3" name="Picture 2" descr="A green rectangular object with black text&#10;&#10;Description automatically generated">
            <a:extLst>
              <a:ext uri="{FF2B5EF4-FFF2-40B4-BE49-F238E27FC236}">
                <a16:creationId xmlns:a16="http://schemas.microsoft.com/office/drawing/2014/main" id="{D0FD0BC5-B11E-CD5A-F128-DB3890CD7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37" y="2564622"/>
            <a:ext cx="6117019" cy="1046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DBE756-CBCA-D5A6-8C88-EBEF11D66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231" y="518870"/>
            <a:ext cx="737732" cy="3657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6A5A04-E15A-5E6A-488F-E768AEA8F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3838" y="278622"/>
            <a:ext cx="990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80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45CE8-BA92-994A-F9EA-4E4A650E1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669" y="157018"/>
            <a:ext cx="7153051" cy="670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2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4D0B-0D39-0F07-BD21-4C676D3D5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E82746-FBA1-145B-034E-B9926CC85A88}"/>
              </a:ext>
            </a:extLst>
          </p:cNvPr>
          <p:cNvCxnSpPr>
            <a:cxnSpLocks/>
          </p:cNvCxnSpPr>
          <p:nvPr/>
        </p:nvCxnSpPr>
        <p:spPr>
          <a:xfrm flipV="1">
            <a:off x="1309588" y="1708727"/>
            <a:ext cx="10254339" cy="71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F9B85C5-99C5-5BEE-C75B-E4BF3BE0991E}"/>
              </a:ext>
            </a:extLst>
          </p:cNvPr>
          <p:cNvSpPr txBox="1"/>
          <p:nvPr/>
        </p:nvSpPr>
        <p:spPr>
          <a:xfrm>
            <a:off x="2709765" y="4496042"/>
            <a:ext cx="2438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Mixture model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004BC1-D031-1231-4BFE-405B9C258BD7}"/>
              </a:ext>
            </a:extLst>
          </p:cNvPr>
          <p:cNvSpPr txBox="1"/>
          <p:nvPr/>
        </p:nvSpPr>
        <p:spPr>
          <a:xfrm>
            <a:off x="6177100" y="4496042"/>
            <a:ext cx="2771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Barotropic model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55" descr="A green rectangular object with black text&#10;&#10;Description automatically generated">
            <a:extLst>
              <a:ext uri="{FF2B5EF4-FFF2-40B4-BE49-F238E27FC236}">
                <a16:creationId xmlns:a16="http://schemas.microsoft.com/office/drawing/2014/main" id="{6791A48B-7708-3247-C1F6-0F8AC5769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373" y="3267719"/>
            <a:ext cx="4014280" cy="686753"/>
          </a:xfrm>
          <a:prstGeom prst="rect">
            <a:avLst/>
          </a:prstGeom>
        </p:spPr>
      </p:pic>
      <p:pic>
        <p:nvPicPr>
          <p:cNvPr id="5" name="Picture 4" descr="A colorful image of a red and white triangle&#10;&#10;Description automatically generated with medium confidence">
            <a:extLst>
              <a:ext uri="{FF2B5EF4-FFF2-40B4-BE49-F238E27FC236}">
                <a16:creationId xmlns:a16="http://schemas.microsoft.com/office/drawing/2014/main" id="{9A24CF3B-78BC-0280-1AE5-536C66C85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16" y="187905"/>
            <a:ext cx="9575722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E00D21-E6DE-A48C-3324-7FDD9E189C26}"/>
              </a:ext>
            </a:extLst>
          </p:cNvPr>
          <p:cNvSpPr txBox="1"/>
          <p:nvPr/>
        </p:nvSpPr>
        <p:spPr>
          <a:xfrm>
            <a:off x="1998101" y="70189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33FD3B-FCD5-A547-FE72-9F32D4A624E6}"/>
              </a:ext>
            </a:extLst>
          </p:cNvPr>
          <p:cNvSpPr txBox="1"/>
          <p:nvPr/>
        </p:nvSpPr>
        <p:spPr>
          <a:xfrm>
            <a:off x="2585134" y="68582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661C47-FA2D-C5F8-F3F1-355357B77D71}"/>
              </a:ext>
            </a:extLst>
          </p:cNvPr>
          <p:cNvSpPr txBox="1"/>
          <p:nvPr/>
        </p:nvSpPr>
        <p:spPr>
          <a:xfrm>
            <a:off x="3201124" y="67608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0B5F9-DE9F-1626-CFE0-BFE896245442}"/>
              </a:ext>
            </a:extLst>
          </p:cNvPr>
          <p:cNvSpPr txBox="1"/>
          <p:nvPr/>
        </p:nvSpPr>
        <p:spPr>
          <a:xfrm>
            <a:off x="3792366" y="70189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62F656-62D4-DFD1-8480-D9D3D61A762A}"/>
              </a:ext>
            </a:extLst>
          </p:cNvPr>
          <p:cNvSpPr txBox="1"/>
          <p:nvPr/>
        </p:nvSpPr>
        <p:spPr>
          <a:xfrm>
            <a:off x="4410828" y="7018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1CB246-4C3D-E719-9B55-FEE6CE7C49CB}"/>
              </a:ext>
            </a:extLst>
          </p:cNvPr>
          <p:cNvSpPr txBox="1"/>
          <p:nvPr/>
        </p:nvSpPr>
        <p:spPr>
          <a:xfrm>
            <a:off x="8764177" y="67608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0E8F8-932B-E8D7-54B9-C11998B596A7}"/>
              </a:ext>
            </a:extLst>
          </p:cNvPr>
          <p:cNvSpPr txBox="1"/>
          <p:nvPr/>
        </p:nvSpPr>
        <p:spPr>
          <a:xfrm>
            <a:off x="8102976" y="66039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1CCE13-47DB-413A-83B4-10CFC08AF4E6}"/>
              </a:ext>
            </a:extLst>
          </p:cNvPr>
          <p:cNvSpPr txBox="1"/>
          <p:nvPr/>
        </p:nvSpPr>
        <p:spPr>
          <a:xfrm>
            <a:off x="9402470" y="67133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8EF6A0-3172-11E9-6BC3-0163DC24355D}"/>
              </a:ext>
            </a:extLst>
          </p:cNvPr>
          <p:cNvSpPr txBox="1"/>
          <p:nvPr/>
        </p:nvSpPr>
        <p:spPr>
          <a:xfrm>
            <a:off x="10008009" y="70189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9E824E-FE54-D659-DDC2-15FBF7B7AEFA}"/>
              </a:ext>
            </a:extLst>
          </p:cNvPr>
          <p:cNvSpPr txBox="1"/>
          <p:nvPr/>
        </p:nvSpPr>
        <p:spPr>
          <a:xfrm>
            <a:off x="10688716" y="70189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D60FF6-4669-8AB9-7B6D-C178A17B6580}"/>
              </a:ext>
            </a:extLst>
          </p:cNvPr>
          <p:cNvSpPr txBox="1"/>
          <p:nvPr/>
        </p:nvSpPr>
        <p:spPr>
          <a:xfrm>
            <a:off x="6282513" y="68582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8BD5AA-7ACE-78F5-C1B5-96064376843C}"/>
              </a:ext>
            </a:extLst>
          </p:cNvPr>
          <p:cNvSpPr txBox="1"/>
          <p:nvPr/>
        </p:nvSpPr>
        <p:spPr>
          <a:xfrm>
            <a:off x="6970322" y="70189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0259B1-A813-555A-6467-0B3B1D585353}"/>
              </a:ext>
            </a:extLst>
          </p:cNvPr>
          <p:cNvSpPr txBox="1"/>
          <p:nvPr/>
        </p:nvSpPr>
        <p:spPr>
          <a:xfrm>
            <a:off x="7498993" y="68582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594C5E-C57E-D496-E3AD-9D1005C335AE}"/>
              </a:ext>
            </a:extLst>
          </p:cNvPr>
          <p:cNvSpPr txBox="1"/>
          <p:nvPr/>
        </p:nvSpPr>
        <p:spPr>
          <a:xfrm>
            <a:off x="5046657" y="68582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A727CE-34AB-CBDB-AF9D-89A315A7A8F8}"/>
              </a:ext>
            </a:extLst>
          </p:cNvPr>
          <p:cNvSpPr txBox="1"/>
          <p:nvPr/>
        </p:nvSpPr>
        <p:spPr>
          <a:xfrm>
            <a:off x="5663183" y="7018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58" name="Picture 57" descr="A group of red and white triangles&#10;&#10;Description automatically generated">
            <a:extLst>
              <a:ext uri="{FF2B5EF4-FFF2-40B4-BE49-F238E27FC236}">
                <a16:creationId xmlns:a16="http://schemas.microsoft.com/office/drawing/2014/main" id="{D606DF2D-2EA7-B4B1-5ECA-9446A03D5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000" y="1861438"/>
            <a:ext cx="9641780" cy="136067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B9D10C7-2BF9-ED2E-86B4-9B1E0A9C47DD}"/>
              </a:ext>
            </a:extLst>
          </p:cNvPr>
          <p:cNvSpPr txBox="1"/>
          <p:nvPr/>
        </p:nvSpPr>
        <p:spPr>
          <a:xfrm>
            <a:off x="1386746" y="2248393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A21309-3136-1DE3-BA7D-50B956759D07}"/>
              </a:ext>
            </a:extLst>
          </p:cNvPr>
          <p:cNvSpPr txBox="1"/>
          <p:nvPr/>
        </p:nvSpPr>
        <p:spPr>
          <a:xfrm>
            <a:off x="2096072" y="236520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B32CEE-A629-9B25-5571-C50BFF7C27FE}"/>
              </a:ext>
            </a:extLst>
          </p:cNvPr>
          <p:cNvSpPr txBox="1"/>
          <p:nvPr/>
        </p:nvSpPr>
        <p:spPr>
          <a:xfrm>
            <a:off x="2683105" y="234913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953985-4C28-BA78-8316-192C8503F0C1}"/>
              </a:ext>
            </a:extLst>
          </p:cNvPr>
          <p:cNvSpPr txBox="1"/>
          <p:nvPr/>
        </p:nvSpPr>
        <p:spPr>
          <a:xfrm>
            <a:off x="3299095" y="233939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A05032-6638-BD8E-B43E-9D30501C5CB5}"/>
              </a:ext>
            </a:extLst>
          </p:cNvPr>
          <p:cNvSpPr txBox="1"/>
          <p:nvPr/>
        </p:nvSpPr>
        <p:spPr>
          <a:xfrm>
            <a:off x="3890337" y="236520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B7D5B7-B5E7-2B56-02EA-3CAE67329ADB}"/>
              </a:ext>
            </a:extLst>
          </p:cNvPr>
          <p:cNvSpPr txBox="1"/>
          <p:nvPr/>
        </p:nvSpPr>
        <p:spPr>
          <a:xfrm>
            <a:off x="4508799" y="236520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F19074-9AD7-963F-2986-43736AE76684}"/>
              </a:ext>
            </a:extLst>
          </p:cNvPr>
          <p:cNvSpPr txBox="1"/>
          <p:nvPr/>
        </p:nvSpPr>
        <p:spPr>
          <a:xfrm>
            <a:off x="8899543" y="233774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71C481-ECFD-8F44-69B8-827F5CB35115}"/>
              </a:ext>
            </a:extLst>
          </p:cNvPr>
          <p:cNvSpPr txBox="1"/>
          <p:nvPr/>
        </p:nvSpPr>
        <p:spPr>
          <a:xfrm>
            <a:off x="8242818" y="233533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6C86EA-3086-C9F7-32CE-576EA8A882F4}"/>
              </a:ext>
            </a:extLst>
          </p:cNvPr>
          <p:cNvSpPr txBox="1"/>
          <p:nvPr/>
        </p:nvSpPr>
        <p:spPr>
          <a:xfrm>
            <a:off x="9500441" y="233464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755690-326F-1E84-7DDF-EF25548BAD72}"/>
              </a:ext>
            </a:extLst>
          </p:cNvPr>
          <p:cNvSpPr txBox="1"/>
          <p:nvPr/>
        </p:nvSpPr>
        <p:spPr>
          <a:xfrm>
            <a:off x="10195302" y="234913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27E43C-13BB-C2FD-F6C7-DDC61978C22C}"/>
              </a:ext>
            </a:extLst>
          </p:cNvPr>
          <p:cNvSpPr txBox="1"/>
          <p:nvPr/>
        </p:nvSpPr>
        <p:spPr>
          <a:xfrm>
            <a:off x="10833595" y="233533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2C37DE-C39E-8E85-2799-2CAA2D44811D}"/>
              </a:ext>
            </a:extLst>
          </p:cNvPr>
          <p:cNvSpPr txBox="1"/>
          <p:nvPr/>
        </p:nvSpPr>
        <p:spPr>
          <a:xfrm>
            <a:off x="6380484" y="234913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804F5A-9259-B333-8FEA-99B4AC725D4B}"/>
              </a:ext>
            </a:extLst>
          </p:cNvPr>
          <p:cNvSpPr txBox="1"/>
          <p:nvPr/>
        </p:nvSpPr>
        <p:spPr>
          <a:xfrm>
            <a:off x="7068293" y="236520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89D178-381D-B49E-FDFB-3AB240533848}"/>
              </a:ext>
            </a:extLst>
          </p:cNvPr>
          <p:cNvSpPr txBox="1"/>
          <p:nvPr/>
        </p:nvSpPr>
        <p:spPr>
          <a:xfrm>
            <a:off x="7596964" y="234913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8C7534-4F0B-6928-136F-978667CD6232}"/>
              </a:ext>
            </a:extLst>
          </p:cNvPr>
          <p:cNvSpPr txBox="1"/>
          <p:nvPr/>
        </p:nvSpPr>
        <p:spPr>
          <a:xfrm>
            <a:off x="5144628" y="234913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70E91B-A0D8-9FC7-D97C-DD283560859D}"/>
              </a:ext>
            </a:extLst>
          </p:cNvPr>
          <p:cNvSpPr txBox="1"/>
          <p:nvPr/>
        </p:nvSpPr>
        <p:spPr>
          <a:xfrm>
            <a:off x="5761154" y="236520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2E085A-E5BD-3923-B588-E4B7C2A99F31}"/>
              </a:ext>
            </a:extLst>
          </p:cNvPr>
          <p:cNvSpPr txBox="1"/>
          <p:nvPr/>
        </p:nvSpPr>
        <p:spPr>
          <a:xfrm>
            <a:off x="8221079" y="3204997"/>
            <a:ext cx="7780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[KPa]</a:t>
            </a:r>
            <a:endParaRPr lang="da-DK" sz="2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741B78-3C8C-D29B-8126-AB02BA9AA975}"/>
              </a:ext>
            </a:extLst>
          </p:cNvPr>
          <p:cNvSpPr txBox="1"/>
          <p:nvPr/>
        </p:nvSpPr>
        <p:spPr>
          <a:xfrm>
            <a:off x="1314542" y="574662"/>
            <a:ext cx="52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52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9432E-1586-C0DF-972A-9211ED35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85B43C-5FE1-7190-E55C-2E99365F3C70}"/>
              </a:ext>
            </a:extLst>
          </p:cNvPr>
          <p:cNvCxnSpPr>
            <a:cxnSpLocks/>
          </p:cNvCxnSpPr>
          <p:nvPr/>
        </p:nvCxnSpPr>
        <p:spPr>
          <a:xfrm>
            <a:off x="917478" y="3159412"/>
            <a:ext cx="99981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F81C6AA-88A0-9D44-5784-FB0A25395B07}"/>
              </a:ext>
            </a:extLst>
          </p:cNvPr>
          <p:cNvSpPr txBox="1"/>
          <p:nvPr/>
        </p:nvSpPr>
        <p:spPr>
          <a:xfrm>
            <a:off x="2657590" y="5503618"/>
            <a:ext cx="2438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Mixture model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F00369-72D0-E702-CDF7-240846EA1A90}"/>
              </a:ext>
            </a:extLst>
          </p:cNvPr>
          <p:cNvSpPr txBox="1"/>
          <p:nvPr/>
        </p:nvSpPr>
        <p:spPr>
          <a:xfrm>
            <a:off x="6184974" y="5491902"/>
            <a:ext cx="2771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Barotropic model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rainbow colored swirls on a white background&#10;&#10;Description automatically generated">
            <a:extLst>
              <a:ext uri="{FF2B5EF4-FFF2-40B4-BE49-F238E27FC236}">
                <a16:creationId xmlns:a16="http://schemas.microsoft.com/office/drawing/2014/main" id="{7292AD38-A9EB-1990-FA6A-F23C5C05F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174" y="1627400"/>
            <a:ext cx="9690476" cy="1443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6E50C2-AA4E-C293-2EA8-83AC80706F64}"/>
              </a:ext>
            </a:extLst>
          </p:cNvPr>
          <p:cNvSpPr txBox="1"/>
          <p:nvPr/>
        </p:nvSpPr>
        <p:spPr>
          <a:xfrm>
            <a:off x="904350" y="1998252"/>
            <a:ext cx="52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FBE9B-64DD-A1A1-F356-9062953BEF79}"/>
              </a:ext>
            </a:extLst>
          </p:cNvPr>
          <p:cNvSpPr txBox="1"/>
          <p:nvPr/>
        </p:nvSpPr>
        <p:spPr>
          <a:xfrm>
            <a:off x="1680632" y="20779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0AACA5-4CEA-739F-F07D-0E5547995068}"/>
              </a:ext>
            </a:extLst>
          </p:cNvPr>
          <p:cNvSpPr txBox="1"/>
          <p:nvPr/>
        </p:nvSpPr>
        <p:spPr>
          <a:xfrm>
            <a:off x="2262806" y="207100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93557F-A955-24FC-CA62-DEF1E4F05649}"/>
              </a:ext>
            </a:extLst>
          </p:cNvPr>
          <p:cNvSpPr txBox="1"/>
          <p:nvPr/>
        </p:nvSpPr>
        <p:spPr>
          <a:xfrm>
            <a:off x="2847070" y="20779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E2AD01-7B72-89B9-714D-26FBCA14F7BC}"/>
              </a:ext>
            </a:extLst>
          </p:cNvPr>
          <p:cNvSpPr txBox="1"/>
          <p:nvPr/>
        </p:nvSpPr>
        <p:spPr>
          <a:xfrm>
            <a:off x="3452708" y="207100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E32CC4-88B1-A22F-833C-F4C7E1696CD6}"/>
              </a:ext>
            </a:extLst>
          </p:cNvPr>
          <p:cNvSpPr txBox="1"/>
          <p:nvPr/>
        </p:nvSpPr>
        <p:spPr>
          <a:xfrm>
            <a:off x="4065139" y="20779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0F11A2-BEB4-3174-ED0E-E6E3F4DAA515}"/>
              </a:ext>
            </a:extLst>
          </p:cNvPr>
          <p:cNvSpPr txBox="1"/>
          <p:nvPr/>
        </p:nvSpPr>
        <p:spPr>
          <a:xfrm>
            <a:off x="8427475" y="205668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A49BBB-DE99-43A1-FE5A-0FC17CE5D116}"/>
              </a:ext>
            </a:extLst>
          </p:cNvPr>
          <p:cNvSpPr txBox="1"/>
          <p:nvPr/>
        </p:nvSpPr>
        <p:spPr>
          <a:xfrm>
            <a:off x="7815526" y="207743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019C3D-9318-B9FE-8674-E957730CDA2B}"/>
              </a:ext>
            </a:extLst>
          </p:cNvPr>
          <p:cNvSpPr txBox="1"/>
          <p:nvPr/>
        </p:nvSpPr>
        <p:spPr>
          <a:xfrm>
            <a:off x="9076470" y="205668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CAD0D1-130C-AF54-4C85-0D9CBAB5A9E2}"/>
              </a:ext>
            </a:extLst>
          </p:cNvPr>
          <p:cNvSpPr txBox="1"/>
          <p:nvPr/>
        </p:nvSpPr>
        <p:spPr>
          <a:xfrm>
            <a:off x="9712401" y="205083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8F1795-3026-E295-35CC-221A2D9A7937}"/>
              </a:ext>
            </a:extLst>
          </p:cNvPr>
          <p:cNvSpPr txBox="1"/>
          <p:nvPr/>
        </p:nvSpPr>
        <p:spPr>
          <a:xfrm>
            <a:off x="10363420" y="207100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1B9A75-EE1E-96DE-D5F5-27765761E198}"/>
              </a:ext>
            </a:extLst>
          </p:cNvPr>
          <p:cNvSpPr txBox="1"/>
          <p:nvPr/>
        </p:nvSpPr>
        <p:spPr>
          <a:xfrm>
            <a:off x="5928959" y="205914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C6898C-27F4-2738-67F0-71A3737E4B83}"/>
              </a:ext>
            </a:extLst>
          </p:cNvPr>
          <p:cNvSpPr txBox="1"/>
          <p:nvPr/>
        </p:nvSpPr>
        <p:spPr>
          <a:xfrm>
            <a:off x="6555298" y="205914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DD649A-CEA4-E6DB-3D5D-D13499E5D409}"/>
              </a:ext>
            </a:extLst>
          </p:cNvPr>
          <p:cNvSpPr txBox="1"/>
          <p:nvPr/>
        </p:nvSpPr>
        <p:spPr>
          <a:xfrm>
            <a:off x="7166531" y="205914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17BED1-31CB-624B-76B7-CFFF261D9801}"/>
              </a:ext>
            </a:extLst>
          </p:cNvPr>
          <p:cNvSpPr txBox="1"/>
          <p:nvPr/>
        </p:nvSpPr>
        <p:spPr>
          <a:xfrm>
            <a:off x="4664242" y="205772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585E26-7B51-9E72-8304-FB8B944B6FDF}"/>
              </a:ext>
            </a:extLst>
          </p:cNvPr>
          <p:cNvSpPr txBox="1"/>
          <p:nvPr/>
        </p:nvSpPr>
        <p:spPr>
          <a:xfrm>
            <a:off x="5299468" y="205914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63" name="Picture 62" descr="A rainbow colored lines on a white background&#10;&#10;Description automatically generated">
            <a:extLst>
              <a:ext uri="{FF2B5EF4-FFF2-40B4-BE49-F238E27FC236}">
                <a16:creationId xmlns:a16="http://schemas.microsoft.com/office/drawing/2014/main" id="{0C8E6A01-EE42-CD83-B681-B2A4D0A6C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308" y="3247889"/>
            <a:ext cx="9651873" cy="145604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FD720F1C-592D-F1C9-D483-6E6099A32F07}"/>
              </a:ext>
            </a:extLst>
          </p:cNvPr>
          <p:cNvSpPr txBox="1"/>
          <p:nvPr/>
        </p:nvSpPr>
        <p:spPr>
          <a:xfrm>
            <a:off x="917478" y="3624764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553721-E2EE-C55E-224A-D60DE9206044}"/>
              </a:ext>
            </a:extLst>
          </p:cNvPr>
          <p:cNvSpPr txBox="1"/>
          <p:nvPr/>
        </p:nvSpPr>
        <p:spPr>
          <a:xfrm>
            <a:off x="1657825" y="373194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B87D2D-77E3-3339-26A4-409E6CC80355}"/>
              </a:ext>
            </a:extLst>
          </p:cNvPr>
          <p:cNvSpPr txBox="1"/>
          <p:nvPr/>
        </p:nvSpPr>
        <p:spPr>
          <a:xfrm>
            <a:off x="2239999" y="372495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6111BF-DBFF-F9CB-E217-7D194E095C60}"/>
              </a:ext>
            </a:extLst>
          </p:cNvPr>
          <p:cNvSpPr txBox="1"/>
          <p:nvPr/>
        </p:nvSpPr>
        <p:spPr>
          <a:xfrm>
            <a:off x="2824263" y="373194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8F2EB8-B20D-F3B0-CBC8-6B70F7F90B6B}"/>
              </a:ext>
            </a:extLst>
          </p:cNvPr>
          <p:cNvSpPr txBox="1"/>
          <p:nvPr/>
        </p:nvSpPr>
        <p:spPr>
          <a:xfrm>
            <a:off x="3429901" y="372495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790FF7-448F-71A4-B86C-AB1BB1F6A7D0}"/>
              </a:ext>
            </a:extLst>
          </p:cNvPr>
          <p:cNvSpPr txBox="1"/>
          <p:nvPr/>
        </p:nvSpPr>
        <p:spPr>
          <a:xfrm>
            <a:off x="4042332" y="373194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ABEE33-9145-0DFD-4B49-6686711B9F81}"/>
              </a:ext>
            </a:extLst>
          </p:cNvPr>
          <p:cNvSpPr txBox="1"/>
          <p:nvPr/>
        </p:nvSpPr>
        <p:spPr>
          <a:xfrm>
            <a:off x="8404668" y="371062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5C5444-4BDB-34A5-C5DE-73079FF0F751}"/>
              </a:ext>
            </a:extLst>
          </p:cNvPr>
          <p:cNvSpPr txBox="1"/>
          <p:nvPr/>
        </p:nvSpPr>
        <p:spPr>
          <a:xfrm>
            <a:off x="7792719" y="373137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73B306-2C96-1475-41EA-D7313F3F8BB4}"/>
              </a:ext>
            </a:extLst>
          </p:cNvPr>
          <p:cNvSpPr txBox="1"/>
          <p:nvPr/>
        </p:nvSpPr>
        <p:spPr>
          <a:xfrm>
            <a:off x="9053663" y="371062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2637BA-0E27-8F89-5ECC-06FB253C7ADE}"/>
              </a:ext>
            </a:extLst>
          </p:cNvPr>
          <p:cNvSpPr txBox="1"/>
          <p:nvPr/>
        </p:nvSpPr>
        <p:spPr>
          <a:xfrm>
            <a:off x="9689594" y="370478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CE44E4-77E2-6389-23D2-21153F8292A5}"/>
              </a:ext>
            </a:extLst>
          </p:cNvPr>
          <p:cNvSpPr txBox="1"/>
          <p:nvPr/>
        </p:nvSpPr>
        <p:spPr>
          <a:xfrm>
            <a:off x="10340613" y="372495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B0FE73-217E-A289-26C5-4DA794861F08}"/>
              </a:ext>
            </a:extLst>
          </p:cNvPr>
          <p:cNvSpPr txBox="1"/>
          <p:nvPr/>
        </p:nvSpPr>
        <p:spPr>
          <a:xfrm>
            <a:off x="5906152" y="371309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6B01A5E-4B8F-4A38-8239-810A3A79C7A5}"/>
              </a:ext>
            </a:extLst>
          </p:cNvPr>
          <p:cNvSpPr txBox="1"/>
          <p:nvPr/>
        </p:nvSpPr>
        <p:spPr>
          <a:xfrm>
            <a:off x="6532491" y="371309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D54C85-22BC-5649-7412-DDACE0CB336B}"/>
              </a:ext>
            </a:extLst>
          </p:cNvPr>
          <p:cNvSpPr txBox="1"/>
          <p:nvPr/>
        </p:nvSpPr>
        <p:spPr>
          <a:xfrm>
            <a:off x="7143724" y="371309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2CA3F1-E0CC-1358-6B80-F00CB8BDB062}"/>
              </a:ext>
            </a:extLst>
          </p:cNvPr>
          <p:cNvSpPr txBox="1"/>
          <p:nvPr/>
        </p:nvSpPr>
        <p:spPr>
          <a:xfrm>
            <a:off x="4641435" y="371167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2ECE2F-8545-B2FF-C6C4-D46F3C52F16A}"/>
              </a:ext>
            </a:extLst>
          </p:cNvPr>
          <p:cNvSpPr txBox="1"/>
          <p:nvPr/>
        </p:nvSpPr>
        <p:spPr>
          <a:xfrm>
            <a:off x="5276661" y="371309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EC96913F-D8D8-1CBE-BA26-41E9B6E97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380" y="4752207"/>
            <a:ext cx="3933158" cy="64119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6638A0F-02E8-9D2A-4549-672F3EFD8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538" y="4696865"/>
            <a:ext cx="9620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1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8FBF9-D2A7-B158-34D9-D166EE75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AA8961-7ACF-4FFD-4B3B-8E638E097DB5}"/>
              </a:ext>
            </a:extLst>
          </p:cNvPr>
          <p:cNvCxnSpPr>
            <a:cxnSpLocks/>
          </p:cNvCxnSpPr>
          <p:nvPr/>
        </p:nvCxnSpPr>
        <p:spPr>
          <a:xfrm>
            <a:off x="1009650" y="2309699"/>
            <a:ext cx="9912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B481E93-BCC0-94BB-1EAE-659716688F6C}"/>
              </a:ext>
            </a:extLst>
          </p:cNvPr>
          <p:cNvSpPr txBox="1"/>
          <p:nvPr/>
        </p:nvSpPr>
        <p:spPr>
          <a:xfrm>
            <a:off x="2648720" y="5306674"/>
            <a:ext cx="2438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Mixture model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974591-A1AA-4642-2617-C99A7B38FD2C}"/>
              </a:ext>
            </a:extLst>
          </p:cNvPr>
          <p:cNvSpPr txBox="1"/>
          <p:nvPr/>
        </p:nvSpPr>
        <p:spPr>
          <a:xfrm>
            <a:off x="6216394" y="5075842"/>
            <a:ext cx="2771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Barotropic model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green and blue background&#10;&#10;Description automatically generated with medium confidence">
            <a:extLst>
              <a:ext uri="{FF2B5EF4-FFF2-40B4-BE49-F238E27FC236}">
                <a16:creationId xmlns:a16="http://schemas.microsoft.com/office/drawing/2014/main" id="{A6B5A700-956B-4714-3025-85F01AB02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39" y="639130"/>
            <a:ext cx="10422662" cy="1565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6F40A-B39C-AE6C-77E9-D7F112D473C3}"/>
              </a:ext>
            </a:extLst>
          </p:cNvPr>
          <p:cNvSpPr txBox="1"/>
          <p:nvPr/>
        </p:nvSpPr>
        <p:spPr>
          <a:xfrm>
            <a:off x="510253" y="1032162"/>
            <a:ext cx="52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958D5-2669-58EE-B809-89F2EE1BB575}"/>
              </a:ext>
            </a:extLst>
          </p:cNvPr>
          <p:cNvSpPr txBox="1"/>
          <p:nvPr/>
        </p:nvSpPr>
        <p:spPr>
          <a:xfrm>
            <a:off x="1384251" y="115036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1CCF2-17B5-4CC8-1F5A-C82F71AC6F88}"/>
              </a:ext>
            </a:extLst>
          </p:cNvPr>
          <p:cNvSpPr txBox="1"/>
          <p:nvPr/>
        </p:nvSpPr>
        <p:spPr>
          <a:xfrm>
            <a:off x="2040281" y="115385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E3AF2-8CA2-9DC4-4586-E3E30A56161F}"/>
              </a:ext>
            </a:extLst>
          </p:cNvPr>
          <p:cNvSpPr txBox="1"/>
          <p:nvPr/>
        </p:nvSpPr>
        <p:spPr>
          <a:xfrm>
            <a:off x="2696311" y="114337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405F12-4490-BF09-7873-9352200AA9BA}"/>
              </a:ext>
            </a:extLst>
          </p:cNvPr>
          <p:cNvSpPr txBox="1"/>
          <p:nvPr/>
        </p:nvSpPr>
        <p:spPr>
          <a:xfrm>
            <a:off x="3318098" y="114337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E82ABC-7EDB-45B5-30EF-4C5FEDC376C5}"/>
              </a:ext>
            </a:extLst>
          </p:cNvPr>
          <p:cNvSpPr txBox="1"/>
          <p:nvPr/>
        </p:nvSpPr>
        <p:spPr>
          <a:xfrm>
            <a:off x="3998366" y="115036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2F5914-00FC-C7F5-D1D5-9CD4EAF7FB4C}"/>
              </a:ext>
            </a:extLst>
          </p:cNvPr>
          <p:cNvSpPr txBox="1"/>
          <p:nvPr/>
        </p:nvSpPr>
        <p:spPr>
          <a:xfrm>
            <a:off x="8636998" y="1163107"/>
            <a:ext cx="5527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3CFFFB-56F6-B0DB-EBB8-DAE0A69F9EAC}"/>
              </a:ext>
            </a:extLst>
          </p:cNvPr>
          <p:cNvSpPr txBox="1"/>
          <p:nvPr/>
        </p:nvSpPr>
        <p:spPr>
          <a:xfrm>
            <a:off x="7938787" y="115712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98D8A9-85FA-C4B5-0917-10DF2FACD149}"/>
              </a:ext>
            </a:extLst>
          </p:cNvPr>
          <p:cNvSpPr txBox="1"/>
          <p:nvPr/>
        </p:nvSpPr>
        <p:spPr>
          <a:xfrm>
            <a:off x="9322632" y="117867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8B7551-B7E8-1EC0-2320-0C065B981931}"/>
              </a:ext>
            </a:extLst>
          </p:cNvPr>
          <p:cNvSpPr txBox="1"/>
          <p:nvPr/>
        </p:nvSpPr>
        <p:spPr>
          <a:xfrm>
            <a:off x="9981531" y="116011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7EB703-1536-7519-6669-8103B5A84E32}"/>
              </a:ext>
            </a:extLst>
          </p:cNvPr>
          <p:cNvSpPr txBox="1"/>
          <p:nvPr/>
        </p:nvSpPr>
        <p:spPr>
          <a:xfrm>
            <a:off x="10667051" y="115065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95281F-50FD-4FAB-15C4-BF50661385D7}"/>
              </a:ext>
            </a:extLst>
          </p:cNvPr>
          <p:cNvSpPr txBox="1"/>
          <p:nvPr/>
        </p:nvSpPr>
        <p:spPr>
          <a:xfrm>
            <a:off x="6012851" y="115036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1F405A-E3B8-DA99-F4C5-A6EF8E910032}"/>
              </a:ext>
            </a:extLst>
          </p:cNvPr>
          <p:cNvSpPr txBox="1"/>
          <p:nvPr/>
        </p:nvSpPr>
        <p:spPr>
          <a:xfrm>
            <a:off x="6628680" y="114004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86AFC3-D9E7-B9A9-FD0C-02E772FBDE2F}"/>
              </a:ext>
            </a:extLst>
          </p:cNvPr>
          <p:cNvSpPr txBox="1"/>
          <p:nvPr/>
        </p:nvSpPr>
        <p:spPr>
          <a:xfrm>
            <a:off x="7242182" y="114004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2869AF-E4BC-E702-0F40-758707791A79}"/>
              </a:ext>
            </a:extLst>
          </p:cNvPr>
          <p:cNvSpPr txBox="1"/>
          <p:nvPr/>
        </p:nvSpPr>
        <p:spPr>
          <a:xfrm>
            <a:off x="4634948" y="117867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8930B6-38B0-9FA2-34E1-DEE49595CF40}"/>
              </a:ext>
            </a:extLst>
          </p:cNvPr>
          <p:cNvSpPr txBox="1"/>
          <p:nvPr/>
        </p:nvSpPr>
        <p:spPr>
          <a:xfrm>
            <a:off x="5326416" y="115712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59" name="Picture 58" descr="A green and blue triangle shapes&#10;&#10;Description automatically generated with medium confidence">
            <a:extLst>
              <a:ext uri="{FF2B5EF4-FFF2-40B4-BE49-F238E27FC236}">
                <a16:creationId xmlns:a16="http://schemas.microsoft.com/office/drawing/2014/main" id="{864115E9-C28F-CDDB-E694-D1AED3C59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69" y="2373311"/>
            <a:ext cx="10422662" cy="142267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6527161-296A-2712-5B01-E6625BA3D5E2}"/>
              </a:ext>
            </a:extLst>
          </p:cNvPr>
          <p:cNvSpPr txBox="1"/>
          <p:nvPr/>
        </p:nvSpPr>
        <p:spPr>
          <a:xfrm>
            <a:off x="532605" y="283286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88C2E7-FC2E-CAF0-CDF2-8032CB6E54A7}"/>
              </a:ext>
            </a:extLst>
          </p:cNvPr>
          <p:cNvSpPr txBox="1"/>
          <p:nvPr/>
        </p:nvSpPr>
        <p:spPr>
          <a:xfrm>
            <a:off x="1316165" y="293828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BE3313-90CF-5D75-690D-770067A0019B}"/>
              </a:ext>
            </a:extLst>
          </p:cNvPr>
          <p:cNvSpPr txBox="1"/>
          <p:nvPr/>
        </p:nvSpPr>
        <p:spPr>
          <a:xfrm>
            <a:off x="1972195" y="294177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A59044-889C-72A3-1EB4-FA218FC4350F}"/>
              </a:ext>
            </a:extLst>
          </p:cNvPr>
          <p:cNvSpPr txBox="1"/>
          <p:nvPr/>
        </p:nvSpPr>
        <p:spPr>
          <a:xfrm>
            <a:off x="2628225" y="293129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F8DA6C-E437-B541-9F5A-82A7DED22C74}"/>
              </a:ext>
            </a:extLst>
          </p:cNvPr>
          <p:cNvSpPr txBox="1"/>
          <p:nvPr/>
        </p:nvSpPr>
        <p:spPr>
          <a:xfrm>
            <a:off x="3250012" y="293129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4B3ED5-6AE6-44F0-27A7-F77198A5D2E4}"/>
              </a:ext>
            </a:extLst>
          </p:cNvPr>
          <p:cNvSpPr txBox="1"/>
          <p:nvPr/>
        </p:nvSpPr>
        <p:spPr>
          <a:xfrm>
            <a:off x="3930280" y="293828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B14850-FCD1-EA50-2AA1-245196AD2ECE}"/>
              </a:ext>
            </a:extLst>
          </p:cNvPr>
          <p:cNvSpPr txBox="1"/>
          <p:nvPr/>
        </p:nvSpPr>
        <p:spPr>
          <a:xfrm>
            <a:off x="8663664" y="2931293"/>
            <a:ext cx="5527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3F00D0-C467-2439-70DD-859B12E1CDEA}"/>
              </a:ext>
            </a:extLst>
          </p:cNvPr>
          <p:cNvSpPr txBox="1"/>
          <p:nvPr/>
        </p:nvSpPr>
        <p:spPr>
          <a:xfrm>
            <a:off x="7938787" y="294504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3177DF-A850-7E43-43F8-30BF5A8D7B5E}"/>
              </a:ext>
            </a:extLst>
          </p:cNvPr>
          <p:cNvSpPr txBox="1"/>
          <p:nvPr/>
        </p:nvSpPr>
        <p:spPr>
          <a:xfrm>
            <a:off x="9312295" y="293129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25D417-4988-CF6E-EB3F-31579B76BCDE}"/>
              </a:ext>
            </a:extLst>
          </p:cNvPr>
          <p:cNvSpPr txBox="1"/>
          <p:nvPr/>
        </p:nvSpPr>
        <p:spPr>
          <a:xfrm>
            <a:off x="10034625" y="293129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902FEA-6BD7-7AFE-4DCF-F43889A7E21A}"/>
              </a:ext>
            </a:extLst>
          </p:cNvPr>
          <p:cNvSpPr txBox="1"/>
          <p:nvPr/>
        </p:nvSpPr>
        <p:spPr>
          <a:xfrm>
            <a:off x="10735404" y="293129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C1D1D5-AF5D-FB89-F88F-389B5B781C7F}"/>
              </a:ext>
            </a:extLst>
          </p:cNvPr>
          <p:cNvSpPr txBox="1"/>
          <p:nvPr/>
        </p:nvSpPr>
        <p:spPr>
          <a:xfrm>
            <a:off x="5944765" y="293828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707053-2E1F-2C03-629D-B034B13A85EA}"/>
              </a:ext>
            </a:extLst>
          </p:cNvPr>
          <p:cNvSpPr txBox="1"/>
          <p:nvPr/>
        </p:nvSpPr>
        <p:spPr>
          <a:xfrm>
            <a:off x="6597576" y="294504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DE74C6-64F9-0EF4-B879-ED8CA2A17807}"/>
              </a:ext>
            </a:extLst>
          </p:cNvPr>
          <p:cNvSpPr txBox="1"/>
          <p:nvPr/>
        </p:nvSpPr>
        <p:spPr>
          <a:xfrm>
            <a:off x="7294686" y="293129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D25B92-4172-18DB-9519-BA1C4F978B77}"/>
              </a:ext>
            </a:extLst>
          </p:cNvPr>
          <p:cNvSpPr txBox="1"/>
          <p:nvPr/>
        </p:nvSpPr>
        <p:spPr>
          <a:xfrm>
            <a:off x="4566862" y="296659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1DD68D-D9AC-51A3-7EE4-1CF78D51E69E}"/>
              </a:ext>
            </a:extLst>
          </p:cNvPr>
          <p:cNvSpPr txBox="1"/>
          <p:nvPr/>
        </p:nvSpPr>
        <p:spPr>
          <a:xfrm>
            <a:off x="5258330" y="294504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64EBED38-7F5A-73DF-B7D4-1A55AA411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379" y="3859597"/>
            <a:ext cx="3866408" cy="6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69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lines on a white background&#10;&#10;Description automatically generated">
            <a:extLst>
              <a:ext uri="{FF2B5EF4-FFF2-40B4-BE49-F238E27FC236}">
                <a16:creationId xmlns:a16="http://schemas.microsoft.com/office/drawing/2014/main" id="{6E2D2116-25C0-7930-FF30-CF7127B65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531" y="643466"/>
            <a:ext cx="8342938" cy="5571067"/>
          </a:xfrm>
          <a:prstGeom prst="rect">
            <a:avLst/>
          </a:prstGeom>
        </p:spPr>
      </p:pic>
      <p:pic>
        <p:nvPicPr>
          <p:cNvPr id="4" name="Picture 3" descr="A green rectangular object with black numbers&#10;&#10;Description automatically generated">
            <a:extLst>
              <a:ext uri="{FF2B5EF4-FFF2-40B4-BE49-F238E27FC236}">
                <a16:creationId xmlns:a16="http://schemas.microsoft.com/office/drawing/2014/main" id="{9AC29A3D-293E-9819-9314-712565FCE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46" y="4841144"/>
            <a:ext cx="3863121" cy="774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B7BB3B-5242-53A4-3B01-3AE666B4443E}"/>
              </a:ext>
            </a:extLst>
          </p:cNvPr>
          <p:cNvSpPr txBox="1"/>
          <p:nvPr/>
        </p:nvSpPr>
        <p:spPr>
          <a:xfrm>
            <a:off x="3274801" y="5306760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endParaRPr lang="da-DK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F9A18-BC1E-4069-C432-940B91AC7B1A}"/>
              </a:ext>
            </a:extLst>
          </p:cNvPr>
          <p:cNvSpPr txBox="1"/>
          <p:nvPr/>
        </p:nvSpPr>
        <p:spPr>
          <a:xfrm>
            <a:off x="3725519" y="5023491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endParaRPr lang="da-DK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F2053-7631-9F87-1534-5B11F105FE0C}"/>
              </a:ext>
            </a:extLst>
          </p:cNvPr>
          <p:cNvSpPr txBox="1"/>
          <p:nvPr/>
        </p:nvSpPr>
        <p:spPr>
          <a:xfrm>
            <a:off x="4181569" y="4771807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endParaRPr lang="da-DK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50961-724A-9696-057F-2AC1D0E464A9}"/>
              </a:ext>
            </a:extLst>
          </p:cNvPr>
          <p:cNvSpPr txBox="1"/>
          <p:nvPr/>
        </p:nvSpPr>
        <p:spPr>
          <a:xfrm>
            <a:off x="4614105" y="4541768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endParaRPr lang="da-DK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28F1B3-1162-9DF6-F509-10AAEF3468F9}"/>
              </a:ext>
            </a:extLst>
          </p:cNvPr>
          <p:cNvSpPr txBox="1"/>
          <p:nvPr/>
        </p:nvSpPr>
        <p:spPr>
          <a:xfrm>
            <a:off x="5082767" y="4330154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endParaRPr lang="da-DK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6D682-F5C5-BE67-0024-92664C358C57}"/>
              </a:ext>
            </a:extLst>
          </p:cNvPr>
          <p:cNvSpPr txBox="1"/>
          <p:nvPr/>
        </p:nvSpPr>
        <p:spPr>
          <a:xfrm>
            <a:off x="8151591" y="3263140"/>
            <a:ext cx="453970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</a:t>
            </a:r>
            <a:endParaRPr lang="da-DK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9AA39A-4086-5E9C-B8B3-771A74A35806}"/>
              </a:ext>
            </a:extLst>
          </p:cNvPr>
          <p:cNvSpPr txBox="1"/>
          <p:nvPr/>
        </p:nvSpPr>
        <p:spPr>
          <a:xfrm>
            <a:off x="7671222" y="3357843"/>
            <a:ext cx="453970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endParaRPr lang="da-DK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8038F0-DAFE-438B-E4FD-F437A54E9BC6}"/>
              </a:ext>
            </a:extLst>
          </p:cNvPr>
          <p:cNvSpPr txBox="1"/>
          <p:nvPr/>
        </p:nvSpPr>
        <p:spPr>
          <a:xfrm>
            <a:off x="8568982" y="3230175"/>
            <a:ext cx="453970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</a:t>
            </a:r>
            <a:endParaRPr lang="da-DK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469275-DBC3-B7CD-B525-C16611A4B064}"/>
              </a:ext>
            </a:extLst>
          </p:cNvPr>
          <p:cNvSpPr txBox="1"/>
          <p:nvPr/>
        </p:nvSpPr>
        <p:spPr>
          <a:xfrm>
            <a:off x="9102800" y="3159020"/>
            <a:ext cx="453970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</a:t>
            </a:r>
            <a:endParaRPr lang="da-DK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7FB6A5-A6FA-7B05-E333-056907AFDF73}"/>
              </a:ext>
            </a:extLst>
          </p:cNvPr>
          <p:cNvSpPr txBox="1"/>
          <p:nvPr/>
        </p:nvSpPr>
        <p:spPr>
          <a:xfrm>
            <a:off x="9520191" y="3136428"/>
            <a:ext cx="453970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</a:t>
            </a:r>
            <a:endParaRPr lang="da-DK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AD34CC-8731-CBA6-E2AD-64F5D01CF450}"/>
              </a:ext>
            </a:extLst>
          </p:cNvPr>
          <p:cNvSpPr txBox="1"/>
          <p:nvPr/>
        </p:nvSpPr>
        <p:spPr>
          <a:xfrm>
            <a:off x="6437437" y="3787275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</a:t>
            </a:r>
            <a:endParaRPr lang="da-DK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6A2A27-6341-076E-D727-426E733F6F18}"/>
              </a:ext>
            </a:extLst>
          </p:cNvPr>
          <p:cNvSpPr txBox="1"/>
          <p:nvPr/>
        </p:nvSpPr>
        <p:spPr>
          <a:xfrm>
            <a:off x="6901718" y="3627822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</a:t>
            </a:r>
            <a:endParaRPr lang="da-DK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C8CA5-32E5-EE39-DBB4-CED27EBD56AF}"/>
              </a:ext>
            </a:extLst>
          </p:cNvPr>
          <p:cNvSpPr txBox="1"/>
          <p:nvPr/>
        </p:nvSpPr>
        <p:spPr>
          <a:xfrm>
            <a:off x="7190853" y="3476704"/>
            <a:ext cx="453970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endParaRPr lang="da-DK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01B302-6F67-DC57-EDC8-4CD342C4850D}"/>
              </a:ext>
            </a:extLst>
          </p:cNvPr>
          <p:cNvSpPr txBox="1"/>
          <p:nvPr/>
        </p:nvSpPr>
        <p:spPr>
          <a:xfrm>
            <a:off x="5557425" y="4162883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</a:t>
            </a:r>
            <a:endParaRPr lang="da-DK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5AB83D-D094-0A74-8D06-A6C6F21829A1}"/>
              </a:ext>
            </a:extLst>
          </p:cNvPr>
          <p:cNvSpPr txBox="1"/>
          <p:nvPr/>
        </p:nvSpPr>
        <p:spPr>
          <a:xfrm>
            <a:off x="5981235" y="4001991"/>
            <a:ext cx="319318" cy="409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206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r>
            <a:endParaRPr lang="da-DK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BE88BD-991F-1E04-10AE-0D186947919A}"/>
              </a:ext>
            </a:extLst>
          </p:cNvPr>
          <p:cNvSpPr txBox="1"/>
          <p:nvPr/>
        </p:nvSpPr>
        <p:spPr>
          <a:xfrm>
            <a:off x="7090933" y="5605096"/>
            <a:ext cx="1614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 number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62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58FD5-3154-A7D8-F01E-4B89DE57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7A00324-ED08-67E7-E383-4B81B42D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277" y="3592109"/>
            <a:ext cx="4187048" cy="7468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A0A737-6FD9-D707-D312-6D3C6FEA2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133" y="3569474"/>
            <a:ext cx="1052899" cy="458689"/>
          </a:xfrm>
          <a:prstGeom prst="rect">
            <a:avLst/>
          </a:prstGeom>
        </p:spPr>
      </p:pic>
      <p:pic>
        <p:nvPicPr>
          <p:cNvPr id="4" name="Picture 3" descr="A rainbow colored line&#10;&#10;Description automatically generated with medium confidence">
            <a:extLst>
              <a:ext uri="{FF2B5EF4-FFF2-40B4-BE49-F238E27FC236}">
                <a16:creationId xmlns:a16="http://schemas.microsoft.com/office/drawing/2014/main" id="{87533D2C-FA96-164E-B42D-68807E5C3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39" y="727511"/>
            <a:ext cx="8233546" cy="132976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8497B1-6883-F5DE-C7B6-06CB00359D48}"/>
              </a:ext>
            </a:extLst>
          </p:cNvPr>
          <p:cNvSpPr txBox="1"/>
          <p:nvPr/>
        </p:nvSpPr>
        <p:spPr>
          <a:xfrm>
            <a:off x="4604756" y="1535301"/>
            <a:ext cx="58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da-D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8B9F9D-C0B2-BD2A-AED3-FC297D573F2A}"/>
              </a:ext>
            </a:extLst>
          </p:cNvPr>
          <p:cNvCxnSpPr>
            <a:cxnSpLocks/>
          </p:cNvCxnSpPr>
          <p:nvPr/>
        </p:nvCxnSpPr>
        <p:spPr>
          <a:xfrm flipV="1">
            <a:off x="93644" y="2116206"/>
            <a:ext cx="11992732" cy="133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rectangular object with a red circle&#10;&#10;Description automatically generated">
            <a:extLst>
              <a:ext uri="{FF2B5EF4-FFF2-40B4-BE49-F238E27FC236}">
                <a16:creationId xmlns:a16="http://schemas.microsoft.com/office/drawing/2014/main" id="{61D6DD7E-877E-680F-46D2-FF11879D95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883" y="745479"/>
            <a:ext cx="3065355" cy="104246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 descr="A rainbow colored line&#10;&#10;Description automatically generated with medium confidence">
            <a:extLst>
              <a:ext uri="{FF2B5EF4-FFF2-40B4-BE49-F238E27FC236}">
                <a16:creationId xmlns:a16="http://schemas.microsoft.com/office/drawing/2014/main" id="{AF4E03C6-F04F-A937-7525-F078EC29C7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39" y="2329726"/>
            <a:ext cx="7942153" cy="126238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062E8B7-A3B3-ADC9-7E61-2945BC8AB417}"/>
              </a:ext>
            </a:extLst>
          </p:cNvPr>
          <p:cNvSpPr txBox="1"/>
          <p:nvPr/>
        </p:nvSpPr>
        <p:spPr>
          <a:xfrm>
            <a:off x="4595939" y="3091524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da-D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A red and yellow rectangle&#10;&#10;Description automatically generated">
            <a:extLst>
              <a:ext uri="{FF2B5EF4-FFF2-40B4-BE49-F238E27FC236}">
                <a16:creationId xmlns:a16="http://schemas.microsoft.com/office/drawing/2014/main" id="{0C085C78-C64D-03DB-1790-8A4D409B80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883" y="2368796"/>
            <a:ext cx="3063565" cy="106020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72762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58FA5-7321-B236-FC49-DEE75AC59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85" y="788418"/>
            <a:ext cx="4943475" cy="933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36FADD-64B9-36D3-8319-D51362676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282" y="511673"/>
            <a:ext cx="1287866" cy="249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CAE569-B82C-68EA-D989-5B7D62374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974" y="2564649"/>
            <a:ext cx="4857750" cy="1019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136E2C-A967-A469-ED43-4B034BF14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245" y="2261509"/>
            <a:ext cx="1443903" cy="30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2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triangle shapes&#10;&#10;Description automatically generated with medium confidence">
            <a:extLst>
              <a:ext uri="{FF2B5EF4-FFF2-40B4-BE49-F238E27FC236}">
                <a16:creationId xmlns:a16="http://schemas.microsoft.com/office/drawing/2014/main" id="{C9D95FDD-C7AD-A321-631C-423C1DD56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3" y="3642431"/>
            <a:ext cx="10450057" cy="17292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E0642D-4D97-7540-724A-F76C6E7F8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827" y="5458789"/>
            <a:ext cx="3842200" cy="806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773352-4F96-2B04-B6D7-CC7549FFA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027" y="5432031"/>
            <a:ext cx="1592387" cy="334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765E90-1B6A-7A5A-22EA-2617DAEC0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689" y="2427444"/>
            <a:ext cx="4144338" cy="7825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E9AB6F-369B-7768-C0AA-40584724E4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525" y="2501903"/>
            <a:ext cx="1380542" cy="2677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860021-E7BE-17D5-7C95-23FD98856BD0}"/>
              </a:ext>
            </a:extLst>
          </p:cNvPr>
          <p:cNvSpPr txBox="1"/>
          <p:nvPr/>
        </p:nvSpPr>
        <p:spPr>
          <a:xfrm>
            <a:off x="11659406" y="2119912"/>
            <a:ext cx="58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da-D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8BD0B-0472-1000-FC7F-CDAC86915AC9}"/>
              </a:ext>
            </a:extLst>
          </p:cNvPr>
          <p:cNvSpPr txBox="1"/>
          <p:nvPr/>
        </p:nvSpPr>
        <p:spPr>
          <a:xfrm>
            <a:off x="11533158" y="2918700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da-D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BE668-4F74-BA5E-5943-2FF28A38A54A}"/>
              </a:ext>
            </a:extLst>
          </p:cNvPr>
          <p:cNvSpPr txBox="1"/>
          <p:nvPr/>
        </p:nvSpPr>
        <p:spPr>
          <a:xfrm>
            <a:off x="567205" y="155844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0614B0-CC25-9F0B-EC0C-A49A3D1CCF93}"/>
              </a:ext>
            </a:extLst>
          </p:cNvPr>
          <p:cNvSpPr txBox="1"/>
          <p:nvPr/>
        </p:nvSpPr>
        <p:spPr>
          <a:xfrm>
            <a:off x="1154238" y="154237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AB2DCC-C624-B658-7096-634B025B4AA9}"/>
              </a:ext>
            </a:extLst>
          </p:cNvPr>
          <p:cNvSpPr txBox="1"/>
          <p:nvPr/>
        </p:nvSpPr>
        <p:spPr>
          <a:xfrm>
            <a:off x="1770228" y="153263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E6E7CF-435E-7C02-5E22-3CC183B71E0C}"/>
              </a:ext>
            </a:extLst>
          </p:cNvPr>
          <p:cNvSpPr txBox="1"/>
          <p:nvPr/>
        </p:nvSpPr>
        <p:spPr>
          <a:xfrm>
            <a:off x="2436942" y="157502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090317-BECB-69E3-9383-D3E4BDEF8101}"/>
              </a:ext>
            </a:extLst>
          </p:cNvPr>
          <p:cNvSpPr txBox="1"/>
          <p:nvPr/>
        </p:nvSpPr>
        <p:spPr>
          <a:xfrm>
            <a:off x="3103657" y="155745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D0382-2631-EA88-DE40-F409F38A9F58}"/>
              </a:ext>
            </a:extLst>
          </p:cNvPr>
          <p:cNvSpPr txBox="1"/>
          <p:nvPr/>
        </p:nvSpPr>
        <p:spPr>
          <a:xfrm>
            <a:off x="7905791" y="159854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18FD74-0B3E-9079-0E7C-E60509B567E1}"/>
              </a:ext>
            </a:extLst>
          </p:cNvPr>
          <p:cNvSpPr txBox="1"/>
          <p:nvPr/>
        </p:nvSpPr>
        <p:spPr>
          <a:xfrm>
            <a:off x="7175067" y="159854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A8D08-0315-4B60-5682-12D13AA2D8EA}"/>
              </a:ext>
            </a:extLst>
          </p:cNvPr>
          <p:cNvSpPr txBox="1"/>
          <p:nvPr/>
        </p:nvSpPr>
        <p:spPr>
          <a:xfrm>
            <a:off x="8582067" y="159949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29C48E-46EB-5075-51E1-562CD9194FD4}"/>
              </a:ext>
            </a:extLst>
          </p:cNvPr>
          <p:cNvSpPr txBox="1"/>
          <p:nvPr/>
        </p:nvSpPr>
        <p:spPr>
          <a:xfrm>
            <a:off x="9265720" y="159854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24A97A-2331-B50E-1061-A25FA38F923E}"/>
              </a:ext>
            </a:extLst>
          </p:cNvPr>
          <p:cNvSpPr txBox="1"/>
          <p:nvPr/>
        </p:nvSpPr>
        <p:spPr>
          <a:xfrm>
            <a:off x="9964538" y="157502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DE394-A530-1FEB-7C3B-CF92136249A0}"/>
              </a:ext>
            </a:extLst>
          </p:cNvPr>
          <p:cNvSpPr txBox="1"/>
          <p:nvPr/>
        </p:nvSpPr>
        <p:spPr>
          <a:xfrm>
            <a:off x="5168165" y="157502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BC3A20-1FA0-35F6-4F42-C98C52C8BB92}"/>
              </a:ext>
            </a:extLst>
          </p:cNvPr>
          <p:cNvSpPr txBox="1"/>
          <p:nvPr/>
        </p:nvSpPr>
        <p:spPr>
          <a:xfrm>
            <a:off x="5856823" y="155844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168D9-18FB-762F-BD60-F7C22738A2FB}"/>
              </a:ext>
            </a:extLst>
          </p:cNvPr>
          <p:cNvSpPr txBox="1"/>
          <p:nvPr/>
        </p:nvSpPr>
        <p:spPr>
          <a:xfrm>
            <a:off x="6468922" y="160499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FB8962-BB26-564B-2C64-488886A478CD}"/>
              </a:ext>
            </a:extLst>
          </p:cNvPr>
          <p:cNvSpPr txBox="1"/>
          <p:nvPr/>
        </p:nvSpPr>
        <p:spPr>
          <a:xfrm>
            <a:off x="3793191" y="156852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941C51-1D20-8FA3-5411-3A295DACF8DD}"/>
              </a:ext>
            </a:extLst>
          </p:cNvPr>
          <p:cNvSpPr txBox="1"/>
          <p:nvPr/>
        </p:nvSpPr>
        <p:spPr>
          <a:xfrm>
            <a:off x="4475840" y="159583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9AFD38-D3DB-12CA-B2D9-5145F14ED0B9}"/>
              </a:ext>
            </a:extLst>
          </p:cNvPr>
          <p:cNvSpPr txBox="1"/>
          <p:nvPr/>
        </p:nvSpPr>
        <p:spPr>
          <a:xfrm>
            <a:off x="567205" y="423724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264E54-C9E5-C41F-2703-6A722FE78E93}"/>
              </a:ext>
            </a:extLst>
          </p:cNvPr>
          <p:cNvSpPr txBox="1"/>
          <p:nvPr/>
        </p:nvSpPr>
        <p:spPr>
          <a:xfrm>
            <a:off x="1154238" y="422117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08B767-62B6-1E3A-A843-740B7FDB7862}"/>
              </a:ext>
            </a:extLst>
          </p:cNvPr>
          <p:cNvSpPr txBox="1"/>
          <p:nvPr/>
        </p:nvSpPr>
        <p:spPr>
          <a:xfrm>
            <a:off x="1770228" y="421142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43E9F8-07CA-F134-8E71-21E252AB2074}"/>
              </a:ext>
            </a:extLst>
          </p:cNvPr>
          <p:cNvSpPr txBox="1"/>
          <p:nvPr/>
        </p:nvSpPr>
        <p:spPr>
          <a:xfrm>
            <a:off x="2446835" y="422797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611A4F-B3D2-E851-60C0-22BB8CF3DB54}"/>
              </a:ext>
            </a:extLst>
          </p:cNvPr>
          <p:cNvSpPr txBox="1"/>
          <p:nvPr/>
        </p:nvSpPr>
        <p:spPr>
          <a:xfrm>
            <a:off x="3139160" y="422797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44B336-F69B-F6FB-BBCD-A176B563A6B5}"/>
              </a:ext>
            </a:extLst>
          </p:cNvPr>
          <p:cNvSpPr txBox="1"/>
          <p:nvPr/>
        </p:nvSpPr>
        <p:spPr>
          <a:xfrm>
            <a:off x="7915431" y="421142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D2C242-C9C0-488F-DE85-EB1CF1B086A7}"/>
              </a:ext>
            </a:extLst>
          </p:cNvPr>
          <p:cNvSpPr txBox="1"/>
          <p:nvPr/>
        </p:nvSpPr>
        <p:spPr>
          <a:xfrm>
            <a:off x="7201072" y="421142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7A6463-4576-FDDE-6069-49063112301E}"/>
              </a:ext>
            </a:extLst>
          </p:cNvPr>
          <p:cNvSpPr txBox="1"/>
          <p:nvPr/>
        </p:nvSpPr>
        <p:spPr>
          <a:xfrm>
            <a:off x="8589014" y="421142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0AE2BE-CD62-AB54-0947-55B7A18C5C45}"/>
              </a:ext>
            </a:extLst>
          </p:cNvPr>
          <p:cNvSpPr txBox="1"/>
          <p:nvPr/>
        </p:nvSpPr>
        <p:spPr>
          <a:xfrm>
            <a:off x="9303373" y="420084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CA81B0-1C3D-7E56-33E8-93ABACAA7AF5}"/>
              </a:ext>
            </a:extLst>
          </p:cNvPr>
          <p:cNvSpPr txBox="1"/>
          <p:nvPr/>
        </p:nvSpPr>
        <p:spPr>
          <a:xfrm>
            <a:off x="9975809" y="421927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72ED5C-8DC5-B467-2453-731A8B63A948}"/>
              </a:ext>
            </a:extLst>
          </p:cNvPr>
          <p:cNvSpPr txBox="1"/>
          <p:nvPr/>
        </p:nvSpPr>
        <p:spPr>
          <a:xfrm>
            <a:off x="5179026" y="421927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D3668A-56D7-EB14-58AD-E7B2D562929E}"/>
              </a:ext>
            </a:extLst>
          </p:cNvPr>
          <p:cNvSpPr txBox="1"/>
          <p:nvPr/>
        </p:nvSpPr>
        <p:spPr>
          <a:xfrm>
            <a:off x="5856823" y="423724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E6EC79-3CFD-F9DF-690C-6D4FF87A9558}"/>
              </a:ext>
            </a:extLst>
          </p:cNvPr>
          <p:cNvSpPr txBox="1"/>
          <p:nvPr/>
        </p:nvSpPr>
        <p:spPr>
          <a:xfrm>
            <a:off x="6502254" y="422780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1E25AD-E627-BAD0-3D04-46AC85021B2B}"/>
              </a:ext>
            </a:extLst>
          </p:cNvPr>
          <p:cNvSpPr txBox="1"/>
          <p:nvPr/>
        </p:nvSpPr>
        <p:spPr>
          <a:xfrm>
            <a:off x="3815767" y="421142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61C923-C260-B3DC-3D8F-3E4C7EEB2CF0}"/>
              </a:ext>
            </a:extLst>
          </p:cNvPr>
          <p:cNvSpPr txBox="1"/>
          <p:nvPr/>
        </p:nvSpPr>
        <p:spPr>
          <a:xfrm>
            <a:off x="4509111" y="421142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0D4EA1-296D-EFBD-A7A7-DE841DAE0B77}"/>
              </a:ext>
            </a:extLst>
          </p:cNvPr>
          <p:cNvSpPr txBox="1"/>
          <p:nvPr/>
        </p:nvSpPr>
        <p:spPr>
          <a:xfrm>
            <a:off x="7118528" y="3257309"/>
            <a:ext cx="1932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loss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E3EE8A-991E-337E-C599-4EADAA53CCE4}"/>
              </a:ext>
            </a:extLst>
          </p:cNvPr>
          <p:cNvSpPr txBox="1"/>
          <p:nvPr/>
        </p:nvSpPr>
        <p:spPr>
          <a:xfrm>
            <a:off x="1229357" y="3189697"/>
            <a:ext cx="1932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 friction loss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974A44-0001-51FD-A7F7-2F916DA10EDE}"/>
              </a:ext>
            </a:extLst>
          </p:cNvPr>
          <p:cNvSpPr txBox="1"/>
          <p:nvPr/>
        </p:nvSpPr>
        <p:spPr>
          <a:xfrm>
            <a:off x="3897488" y="4977978"/>
            <a:ext cx="1622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Wake loss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C6B9910-D622-91F3-D99D-D1CC682D42D8}"/>
              </a:ext>
            </a:extLst>
          </p:cNvPr>
          <p:cNvCxnSpPr>
            <a:cxnSpLocks/>
            <a:stCxn id="58" idx="1"/>
          </p:cNvCxnSpPr>
          <p:nvPr/>
        </p:nvCxnSpPr>
        <p:spPr>
          <a:xfrm flipH="1">
            <a:off x="4991878" y="3457364"/>
            <a:ext cx="2126650" cy="582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D6DF2BC-6A95-B08F-7A60-560B50F2A3C7}"/>
              </a:ext>
            </a:extLst>
          </p:cNvPr>
          <p:cNvCxnSpPr>
            <a:cxnSpLocks/>
          </p:cNvCxnSpPr>
          <p:nvPr/>
        </p:nvCxnSpPr>
        <p:spPr>
          <a:xfrm flipV="1">
            <a:off x="2680533" y="4584906"/>
            <a:ext cx="1555316" cy="9116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35CBD90-63D6-0124-0B52-4F92AF93DD8D}"/>
              </a:ext>
            </a:extLst>
          </p:cNvPr>
          <p:cNvCxnSpPr>
            <a:cxnSpLocks/>
          </p:cNvCxnSpPr>
          <p:nvPr/>
        </p:nvCxnSpPr>
        <p:spPr>
          <a:xfrm>
            <a:off x="2365787" y="3555329"/>
            <a:ext cx="1046368" cy="6639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7" name="Picture 76" descr="A colorful background with white and blue lines&#10;&#10;Description automatically generated with medium confidence">
            <a:extLst>
              <a:ext uri="{FF2B5EF4-FFF2-40B4-BE49-F238E27FC236}">
                <a16:creationId xmlns:a16="http://schemas.microsoft.com/office/drawing/2014/main" id="{7C56CDD4-AF06-2BE0-97C3-99F7E8648E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3" y="746935"/>
            <a:ext cx="10487377" cy="1637587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E414B597-E825-3ED9-52FC-E560830D8894}"/>
              </a:ext>
            </a:extLst>
          </p:cNvPr>
          <p:cNvSpPr txBox="1"/>
          <p:nvPr/>
        </p:nvSpPr>
        <p:spPr>
          <a:xfrm>
            <a:off x="567205" y="123384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F4B1D3-1D58-6C69-C16D-1F152B4EC16B}"/>
              </a:ext>
            </a:extLst>
          </p:cNvPr>
          <p:cNvSpPr txBox="1"/>
          <p:nvPr/>
        </p:nvSpPr>
        <p:spPr>
          <a:xfrm>
            <a:off x="1154238" y="121777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B591D0-1608-D7C5-4083-6AAE05FD60D3}"/>
              </a:ext>
            </a:extLst>
          </p:cNvPr>
          <p:cNvSpPr txBox="1"/>
          <p:nvPr/>
        </p:nvSpPr>
        <p:spPr>
          <a:xfrm>
            <a:off x="1770228" y="120803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40A0AE-6302-C5E5-08CC-15840CD6D086}"/>
              </a:ext>
            </a:extLst>
          </p:cNvPr>
          <p:cNvSpPr txBox="1"/>
          <p:nvPr/>
        </p:nvSpPr>
        <p:spPr>
          <a:xfrm>
            <a:off x="2436942" y="12504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081494-E1DD-DE77-3B62-CA04FFF638A2}"/>
              </a:ext>
            </a:extLst>
          </p:cNvPr>
          <p:cNvSpPr txBox="1"/>
          <p:nvPr/>
        </p:nvSpPr>
        <p:spPr>
          <a:xfrm>
            <a:off x="3103657" y="123285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222853-2E54-E63C-E714-370FCC550CB0}"/>
              </a:ext>
            </a:extLst>
          </p:cNvPr>
          <p:cNvSpPr txBox="1"/>
          <p:nvPr/>
        </p:nvSpPr>
        <p:spPr>
          <a:xfrm>
            <a:off x="7905791" y="127395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7422A5-F2DE-FAC2-A5AF-F7B997AC1280}"/>
              </a:ext>
            </a:extLst>
          </p:cNvPr>
          <p:cNvSpPr txBox="1"/>
          <p:nvPr/>
        </p:nvSpPr>
        <p:spPr>
          <a:xfrm>
            <a:off x="7175067" y="127395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1D9BE2-EE47-1BF3-7E68-6A1FECEC0CAD}"/>
              </a:ext>
            </a:extLst>
          </p:cNvPr>
          <p:cNvSpPr txBox="1"/>
          <p:nvPr/>
        </p:nvSpPr>
        <p:spPr>
          <a:xfrm>
            <a:off x="8582067" y="127489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5BD284-6B0F-0F97-FA89-CF75ADE08D1E}"/>
              </a:ext>
            </a:extLst>
          </p:cNvPr>
          <p:cNvSpPr txBox="1"/>
          <p:nvPr/>
        </p:nvSpPr>
        <p:spPr>
          <a:xfrm>
            <a:off x="9265720" y="127395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A9B6E3-F54E-B1F6-132B-E7893ACBF0A7}"/>
              </a:ext>
            </a:extLst>
          </p:cNvPr>
          <p:cNvSpPr txBox="1"/>
          <p:nvPr/>
        </p:nvSpPr>
        <p:spPr>
          <a:xfrm>
            <a:off x="9964538" y="125043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5F1BCE-9B22-C5ED-3652-FCD961DD85D9}"/>
              </a:ext>
            </a:extLst>
          </p:cNvPr>
          <p:cNvSpPr txBox="1"/>
          <p:nvPr/>
        </p:nvSpPr>
        <p:spPr>
          <a:xfrm>
            <a:off x="5168165" y="12504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F81893-E3FD-D81A-E3C1-A3FB84753CFB}"/>
              </a:ext>
            </a:extLst>
          </p:cNvPr>
          <p:cNvSpPr txBox="1"/>
          <p:nvPr/>
        </p:nvSpPr>
        <p:spPr>
          <a:xfrm>
            <a:off x="5856823" y="123384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EC75B8-A1E9-4E84-26BE-3E0619DBAC28}"/>
              </a:ext>
            </a:extLst>
          </p:cNvPr>
          <p:cNvSpPr txBox="1"/>
          <p:nvPr/>
        </p:nvSpPr>
        <p:spPr>
          <a:xfrm>
            <a:off x="6468922" y="128040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8EF0FC-468C-D362-2E07-396A8F4CE1F0}"/>
              </a:ext>
            </a:extLst>
          </p:cNvPr>
          <p:cNvSpPr txBox="1"/>
          <p:nvPr/>
        </p:nvSpPr>
        <p:spPr>
          <a:xfrm>
            <a:off x="3793191" y="124392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50B00D0-D515-D746-8EB9-EB0B16C11AE3}"/>
              </a:ext>
            </a:extLst>
          </p:cNvPr>
          <p:cNvSpPr txBox="1"/>
          <p:nvPr/>
        </p:nvSpPr>
        <p:spPr>
          <a:xfrm>
            <a:off x="4475840" y="127123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ACC197A-F55C-2299-0BB0-7DD71E177FD7}"/>
              </a:ext>
            </a:extLst>
          </p:cNvPr>
          <p:cNvSpPr txBox="1"/>
          <p:nvPr/>
        </p:nvSpPr>
        <p:spPr>
          <a:xfrm>
            <a:off x="429023" y="2372441"/>
            <a:ext cx="1622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Mixing  loss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212B1DB-7D82-D3D6-9FC0-FEA3B11583C7}"/>
              </a:ext>
            </a:extLst>
          </p:cNvPr>
          <p:cNvSpPr/>
          <p:nvPr/>
        </p:nvSpPr>
        <p:spPr>
          <a:xfrm>
            <a:off x="1755843" y="1959555"/>
            <a:ext cx="3698485" cy="421967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FC99008-97D4-AE2B-EBC9-2AC756916D0A}"/>
              </a:ext>
            </a:extLst>
          </p:cNvPr>
          <p:cNvCxnSpPr>
            <a:cxnSpLocks/>
          </p:cNvCxnSpPr>
          <p:nvPr/>
        </p:nvCxnSpPr>
        <p:spPr>
          <a:xfrm flipV="1">
            <a:off x="1155784" y="2304697"/>
            <a:ext cx="610553" cy="1191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87442945-E01C-7B64-D061-BDA20C4ED3B9}"/>
              </a:ext>
            </a:extLst>
          </p:cNvPr>
          <p:cNvSpPr/>
          <p:nvPr/>
        </p:nvSpPr>
        <p:spPr>
          <a:xfrm>
            <a:off x="7053686" y="861898"/>
            <a:ext cx="3512714" cy="1386135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AD7F445-DBEF-28E6-48CF-2B57464BF6E5}"/>
              </a:ext>
            </a:extLst>
          </p:cNvPr>
          <p:cNvCxnSpPr>
            <a:cxnSpLocks/>
          </p:cNvCxnSpPr>
          <p:nvPr/>
        </p:nvCxnSpPr>
        <p:spPr>
          <a:xfrm>
            <a:off x="4057650" y="695313"/>
            <a:ext cx="1459649" cy="728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00FAB92-7C96-912C-F3FA-091437C20B77}"/>
              </a:ext>
            </a:extLst>
          </p:cNvPr>
          <p:cNvCxnSpPr>
            <a:cxnSpLocks/>
          </p:cNvCxnSpPr>
          <p:nvPr/>
        </p:nvCxnSpPr>
        <p:spPr>
          <a:xfrm flipH="1" flipV="1">
            <a:off x="9538373" y="2239223"/>
            <a:ext cx="197347" cy="3692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9B36B52-97B9-91EB-DB4E-F432E4648FE2}"/>
              </a:ext>
            </a:extLst>
          </p:cNvPr>
          <p:cNvSpPr txBox="1"/>
          <p:nvPr/>
        </p:nvSpPr>
        <p:spPr>
          <a:xfrm>
            <a:off x="8850292" y="2501903"/>
            <a:ext cx="2327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separation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in inactive passages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B46CD9C-4016-30BE-85C2-DF4C6FB68640}"/>
              </a:ext>
            </a:extLst>
          </p:cNvPr>
          <p:cNvSpPr txBox="1"/>
          <p:nvPr/>
        </p:nvSpPr>
        <p:spPr>
          <a:xfrm>
            <a:off x="184588" y="295203"/>
            <a:ext cx="4454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boundary layer separation loss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54858CA-6683-AFD1-252B-24AB57F40BDD}"/>
              </a:ext>
            </a:extLst>
          </p:cNvPr>
          <p:cNvSpPr/>
          <p:nvPr/>
        </p:nvSpPr>
        <p:spPr>
          <a:xfrm>
            <a:off x="4130876" y="4200848"/>
            <a:ext cx="271423" cy="35075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366926D-7B19-0D92-D275-7BDB15679725}"/>
              </a:ext>
            </a:extLst>
          </p:cNvPr>
          <p:cNvCxnSpPr>
            <a:cxnSpLocks/>
          </p:cNvCxnSpPr>
          <p:nvPr/>
        </p:nvCxnSpPr>
        <p:spPr>
          <a:xfrm flipV="1">
            <a:off x="5072858" y="4994542"/>
            <a:ext cx="381470" cy="1834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8EBD28A-B6BA-AA57-8371-6948348A8E38}"/>
              </a:ext>
            </a:extLst>
          </p:cNvPr>
          <p:cNvSpPr txBox="1"/>
          <p:nvPr/>
        </p:nvSpPr>
        <p:spPr>
          <a:xfrm>
            <a:off x="45427" y="5391221"/>
            <a:ext cx="3159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Coalescence of bow shock and passage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84D6DA-D3EF-6AC6-779F-05DAEF6EF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44" y="349486"/>
            <a:ext cx="4514850" cy="847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3B4A95-74C9-8395-3A33-A5367DD42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11" y="1431688"/>
            <a:ext cx="857250" cy="3819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57601-9290-CEEC-0D08-17E0D5253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19" y="359011"/>
            <a:ext cx="4543425" cy="83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BDC31E-B3BD-C19E-739C-4970F00FA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5108" y="1431688"/>
            <a:ext cx="89535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22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D38B-94CF-1EC9-4DED-C36F6DB1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F051F06-195D-7F9A-443B-8B825613BD5E}"/>
              </a:ext>
            </a:extLst>
          </p:cNvPr>
          <p:cNvSpPr txBox="1"/>
          <p:nvPr/>
        </p:nvSpPr>
        <p:spPr>
          <a:xfrm>
            <a:off x="1376341" y="666502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0309476-D038-470B-6E69-85ADD3E21CF8}"/>
              </a:ext>
            </a:extLst>
          </p:cNvPr>
          <p:cNvSpPr txBox="1"/>
          <p:nvPr/>
        </p:nvSpPr>
        <p:spPr>
          <a:xfrm>
            <a:off x="1171762" y="5826620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06DAFB-0121-97C9-F227-0C1F598C8222}"/>
              </a:ext>
            </a:extLst>
          </p:cNvPr>
          <p:cNvSpPr txBox="1"/>
          <p:nvPr/>
        </p:nvSpPr>
        <p:spPr>
          <a:xfrm>
            <a:off x="1278582" y="1899006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25FBB91-6130-B579-FDA9-5B1B202369B0}"/>
              </a:ext>
            </a:extLst>
          </p:cNvPr>
          <p:cNvSpPr txBox="1"/>
          <p:nvPr/>
        </p:nvSpPr>
        <p:spPr>
          <a:xfrm>
            <a:off x="1245524" y="3251270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7BDC436-EB6A-5923-EDB6-3684A8D7FA41}"/>
              </a:ext>
            </a:extLst>
          </p:cNvPr>
          <p:cNvCxnSpPr>
            <a:cxnSpLocks/>
          </p:cNvCxnSpPr>
          <p:nvPr/>
        </p:nvCxnSpPr>
        <p:spPr>
          <a:xfrm>
            <a:off x="1260936" y="1443103"/>
            <a:ext cx="98511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blue and green swirls&#10;&#10;Description automatically generated">
            <a:extLst>
              <a:ext uri="{FF2B5EF4-FFF2-40B4-BE49-F238E27FC236}">
                <a16:creationId xmlns:a16="http://schemas.microsoft.com/office/drawing/2014/main" id="{01D59D1F-AFBB-8E79-6395-F588C2ECD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694" y="31876"/>
            <a:ext cx="9001965" cy="1400061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7C664BFB-5721-7F21-5626-AFDBB0B4282A}"/>
              </a:ext>
            </a:extLst>
          </p:cNvPr>
          <p:cNvSpPr txBox="1"/>
          <p:nvPr/>
        </p:nvSpPr>
        <p:spPr>
          <a:xfrm>
            <a:off x="2278736" y="49278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3AA3DF9-B04D-82A3-F6EE-2D29D1C39B84}"/>
              </a:ext>
            </a:extLst>
          </p:cNvPr>
          <p:cNvSpPr txBox="1"/>
          <p:nvPr/>
        </p:nvSpPr>
        <p:spPr>
          <a:xfrm>
            <a:off x="2850075" y="47252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011402A-9001-C169-294F-DB8AC285E911}"/>
              </a:ext>
            </a:extLst>
          </p:cNvPr>
          <p:cNvSpPr txBox="1"/>
          <p:nvPr/>
        </p:nvSpPr>
        <p:spPr>
          <a:xfrm>
            <a:off x="3437425" y="49277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B7AB493-E1C9-A8A4-9C8B-A2699B3E8A90}"/>
              </a:ext>
            </a:extLst>
          </p:cNvPr>
          <p:cNvSpPr txBox="1"/>
          <p:nvPr/>
        </p:nvSpPr>
        <p:spPr>
          <a:xfrm>
            <a:off x="3956416" y="49277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85352E1-7A1E-BB8F-A202-8CF5AFF9AF34}"/>
              </a:ext>
            </a:extLst>
          </p:cNvPr>
          <p:cNvSpPr txBox="1"/>
          <p:nvPr/>
        </p:nvSpPr>
        <p:spPr>
          <a:xfrm>
            <a:off x="4532137" y="50231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51E5FF2-CF6B-0DE5-5B1F-088DA4E5F2BD}"/>
              </a:ext>
            </a:extLst>
          </p:cNvPr>
          <p:cNvSpPr txBox="1"/>
          <p:nvPr/>
        </p:nvSpPr>
        <p:spPr>
          <a:xfrm>
            <a:off x="8607221" y="50231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D3DB609-C7A4-4AD2-CBDE-3B4CBEF91E33}"/>
              </a:ext>
            </a:extLst>
          </p:cNvPr>
          <p:cNvSpPr txBox="1"/>
          <p:nvPr/>
        </p:nvSpPr>
        <p:spPr>
          <a:xfrm>
            <a:off x="8027684" y="50239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C785A3-38FC-6276-FA57-F1EBA4869FF3}"/>
              </a:ext>
            </a:extLst>
          </p:cNvPr>
          <p:cNvSpPr txBox="1"/>
          <p:nvPr/>
        </p:nvSpPr>
        <p:spPr>
          <a:xfrm>
            <a:off x="9202801" y="50231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153F26A-CE13-E96F-C0BC-33949D5F022C}"/>
              </a:ext>
            </a:extLst>
          </p:cNvPr>
          <p:cNvSpPr txBox="1"/>
          <p:nvPr/>
        </p:nvSpPr>
        <p:spPr>
          <a:xfrm>
            <a:off x="9830306" y="49277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15B80BD-F858-5CF9-DA2E-C0E1D6CDF75A}"/>
              </a:ext>
            </a:extLst>
          </p:cNvPr>
          <p:cNvSpPr txBox="1"/>
          <p:nvPr/>
        </p:nvSpPr>
        <p:spPr>
          <a:xfrm>
            <a:off x="10408121" y="50231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A708345-1766-1914-7C5D-E97FDAB0A7CC}"/>
              </a:ext>
            </a:extLst>
          </p:cNvPr>
          <p:cNvSpPr txBox="1"/>
          <p:nvPr/>
        </p:nvSpPr>
        <p:spPr>
          <a:xfrm>
            <a:off x="6289984" y="48204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2BF1323-F412-1EE0-777B-2C1373A492EE}"/>
              </a:ext>
            </a:extLst>
          </p:cNvPr>
          <p:cNvSpPr txBox="1"/>
          <p:nvPr/>
        </p:nvSpPr>
        <p:spPr>
          <a:xfrm>
            <a:off x="6872653" y="49277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D7119AE-097B-D1AB-2F88-EB28E7FDE94E}"/>
              </a:ext>
            </a:extLst>
          </p:cNvPr>
          <p:cNvSpPr txBox="1"/>
          <p:nvPr/>
        </p:nvSpPr>
        <p:spPr>
          <a:xfrm>
            <a:off x="7430578" y="50526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5A5C45B-E323-7953-5F70-9F9D7BB0EB82}"/>
              </a:ext>
            </a:extLst>
          </p:cNvPr>
          <p:cNvSpPr txBox="1"/>
          <p:nvPr/>
        </p:nvSpPr>
        <p:spPr>
          <a:xfrm>
            <a:off x="5090491" y="50231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CAD9CDF-CE66-1731-765F-0301AFB606FF}"/>
              </a:ext>
            </a:extLst>
          </p:cNvPr>
          <p:cNvSpPr txBox="1"/>
          <p:nvPr/>
        </p:nvSpPr>
        <p:spPr>
          <a:xfrm>
            <a:off x="5710447" y="49277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24" name="Picture 123" descr="A rainbow colored lines on a white background&#10;&#10;Description automatically generated">
            <a:extLst>
              <a:ext uri="{FF2B5EF4-FFF2-40B4-BE49-F238E27FC236}">
                <a16:creationId xmlns:a16="http://schemas.microsoft.com/office/drawing/2014/main" id="{E4D06B11-C6B7-BAD7-B0AD-383C9EFB4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685" y="1484273"/>
            <a:ext cx="8852091" cy="1318928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5486478E-8DA3-C5AF-BC40-C9C225CC4DCC}"/>
              </a:ext>
            </a:extLst>
          </p:cNvPr>
          <p:cNvSpPr txBox="1"/>
          <p:nvPr/>
        </p:nvSpPr>
        <p:spPr>
          <a:xfrm>
            <a:off x="2221557" y="192915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9CF1DD3-73C3-1113-F8CF-4F8ADC9AC9E9}"/>
              </a:ext>
            </a:extLst>
          </p:cNvPr>
          <p:cNvSpPr txBox="1"/>
          <p:nvPr/>
        </p:nvSpPr>
        <p:spPr>
          <a:xfrm>
            <a:off x="2792896" y="190889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9293EF7-2D8B-051B-57D9-D9E34A8DE5C6}"/>
              </a:ext>
            </a:extLst>
          </p:cNvPr>
          <p:cNvSpPr txBox="1"/>
          <p:nvPr/>
        </p:nvSpPr>
        <p:spPr>
          <a:xfrm>
            <a:off x="3380246" y="192914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8ECE3C3-FF0F-4435-5584-EB9270B81F4E}"/>
              </a:ext>
            </a:extLst>
          </p:cNvPr>
          <p:cNvSpPr txBox="1"/>
          <p:nvPr/>
        </p:nvSpPr>
        <p:spPr>
          <a:xfrm>
            <a:off x="3899237" y="192913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3F4AFA0-7320-70A4-47E8-109581BA1E31}"/>
              </a:ext>
            </a:extLst>
          </p:cNvPr>
          <p:cNvSpPr txBox="1"/>
          <p:nvPr/>
        </p:nvSpPr>
        <p:spPr>
          <a:xfrm>
            <a:off x="4474958" y="193868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0DC2095-F7F1-8FDC-F462-96A419B75303}"/>
              </a:ext>
            </a:extLst>
          </p:cNvPr>
          <p:cNvSpPr txBox="1"/>
          <p:nvPr/>
        </p:nvSpPr>
        <p:spPr>
          <a:xfrm>
            <a:off x="8505827" y="192819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99932EA-BAD6-7D10-2F73-745319543FA0}"/>
              </a:ext>
            </a:extLst>
          </p:cNvPr>
          <p:cNvSpPr txBox="1"/>
          <p:nvPr/>
        </p:nvSpPr>
        <p:spPr>
          <a:xfrm>
            <a:off x="7890784" y="193868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8247DC8-E033-A359-E297-496A60CA28E7}"/>
              </a:ext>
            </a:extLst>
          </p:cNvPr>
          <p:cNvSpPr txBox="1"/>
          <p:nvPr/>
        </p:nvSpPr>
        <p:spPr>
          <a:xfrm>
            <a:off x="9081872" y="191841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E170BC0-1FCF-121F-1CD4-6E4FBAFA7D33}"/>
              </a:ext>
            </a:extLst>
          </p:cNvPr>
          <p:cNvSpPr txBox="1"/>
          <p:nvPr/>
        </p:nvSpPr>
        <p:spPr>
          <a:xfrm>
            <a:off x="9666616" y="192913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CFEA501-52C8-C129-36A2-89279534E10F}"/>
              </a:ext>
            </a:extLst>
          </p:cNvPr>
          <p:cNvSpPr txBox="1"/>
          <p:nvPr/>
        </p:nvSpPr>
        <p:spPr>
          <a:xfrm>
            <a:off x="10263722" y="191841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67D7D9E-2A27-7252-96E4-30F0326B00C1}"/>
              </a:ext>
            </a:extLst>
          </p:cNvPr>
          <p:cNvSpPr txBox="1"/>
          <p:nvPr/>
        </p:nvSpPr>
        <p:spPr>
          <a:xfrm>
            <a:off x="6232805" y="191841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087D249-1BA5-38CF-CB4A-3321970AC1C9}"/>
              </a:ext>
            </a:extLst>
          </p:cNvPr>
          <p:cNvSpPr txBox="1"/>
          <p:nvPr/>
        </p:nvSpPr>
        <p:spPr>
          <a:xfrm>
            <a:off x="6815474" y="192913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A21466C-D573-9D87-0BE0-9FD1D31BFAC7}"/>
              </a:ext>
            </a:extLst>
          </p:cNvPr>
          <p:cNvSpPr txBox="1"/>
          <p:nvPr/>
        </p:nvSpPr>
        <p:spPr>
          <a:xfrm>
            <a:off x="7275741" y="192819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4FDAB3-15DC-2AB8-3AD5-F51CC044BE7C}"/>
              </a:ext>
            </a:extLst>
          </p:cNvPr>
          <p:cNvSpPr txBox="1"/>
          <p:nvPr/>
        </p:nvSpPr>
        <p:spPr>
          <a:xfrm>
            <a:off x="5033312" y="193868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0832067-8198-72F3-DCE3-362D677355F2}"/>
              </a:ext>
            </a:extLst>
          </p:cNvPr>
          <p:cNvSpPr txBox="1"/>
          <p:nvPr/>
        </p:nvSpPr>
        <p:spPr>
          <a:xfrm>
            <a:off x="5653268" y="192913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41" name="Picture 140" descr="A rainbow colored swirls on a white background&#10;&#10;Description automatically generated">
            <a:extLst>
              <a:ext uri="{FF2B5EF4-FFF2-40B4-BE49-F238E27FC236}">
                <a16:creationId xmlns:a16="http://schemas.microsoft.com/office/drawing/2014/main" id="{577D2A8E-C447-0E7D-6A65-6C6758CF4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021" y="2837954"/>
            <a:ext cx="8828188" cy="1340979"/>
          </a:xfrm>
          <a:prstGeom prst="rect">
            <a:avLst/>
          </a:prstGeom>
        </p:spPr>
      </p:pic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09FB00-4D70-A0DF-7B93-C4870F79419C}"/>
              </a:ext>
            </a:extLst>
          </p:cNvPr>
          <p:cNvCxnSpPr>
            <a:cxnSpLocks/>
          </p:cNvCxnSpPr>
          <p:nvPr/>
        </p:nvCxnSpPr>
        <p:spPr>
          <a:xfrm flipV="1">
            <a:off x="1171762" y="2803201"/>
            <a:ext cx="9601014" cy="78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F7FD3940-10E9-4FC0-F48F-17D673FE0EFA}"/>
              </a:ext>
            </a:extLst>
          </p:cNvPr>
          <p:cNvSpPr txBox="1"/>
          <p:nvPr/>
        </p:nvSpPr>
        <p:spPr>
          <a:xfrm>
            <a:off x="2261728" y="32702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69E2DF1-0392-7956-F30F-E542387FB2F1}"/>
              </a:ext>
            </a:extLst>
          </p:cNvPr>
          <p:cNvSpPr txBox="1"/>
          <p:nvPr/>
        </p:nvSpPr>
        <p:spPr>
          <a:xfrm>
            <a:off x="2833067" y="325002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8239C6F-F1E6-BE78-9FBE-56CC93B9991D}"/>
              </a:ext>
            </a:extLst>
          </p:cNvPr>
          <p:cNvSpPr txBox="1"/>
          <p:nvPr/>
        </p:nvSpPr>
        <p:spPr>
          <a:xfrm>
            <a:off x="3420417" y="327028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B8F03E5-29E5-F628-1FC4-6D81DA305193}"/>
              </a:ext>
            </a:extLst>
          </p:cNvPr>
          <p:cNvSpPr txBox="1"/>
          <p:nvPr/>
        </p:nvSpPr>
        <p:spPr>
          <a:xfrm>
            <a:off x="3939408" y="327027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647C4C-BE75-11B4-7E92-1F524D2CB2D9}"/>
              </a:ext>
            </a:extLst>
          </p:cNvPr>
          <p:cNvSpPr txBox="1"/>
          <p:nvPr/>
        </p:nvSpPr>
        <p:spPr>
          <a:xfrm>
            <a:off x="4515129" y="327982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2B69CDA-B1E5-96D5-71CA-5FA286C1438A}"/>
              </a:ext>
            </a:extLst>
          </p:cNvPr>
          <p:cNvSpPr txBox="1"/>
          <p:nvPr/>
        </p:nvSpPr>
        <p:spPr>
          <a:xfrm>
            <a:off x="8491814" y="325955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523231E-3C42-A749-7DE7-A8B7C1CEDF5D}"/>
              </a:ext>
            </a:extLst>
          </p:cNvPr>
          <p:cNvSpPr txBox="1"/>
          <p:nvPr/>
        </p:nvSpPr>
        <p:spPr>
          <a:xfrm>
            <a:off x="7900578" y="324934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E8CD6FB-B72B-7FC5-DF26-247A0E5B169E}"/>
              </a:ext>
            </a:extLst>
          </p:cNvPr>
          <p:cNvSpPr txBox="1"/>
          <p:nvPr/>
        </p:nvSpPr>
        <p:spPr>
          <a:xfrm>
            <a:off x="9076480" y="324934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CEBBCC8-CDEC-C028-1D8D-0828BB264B6B}"/>
              </a:ext>
            </a:extLst>
          </p:cNvPr>
          <p:cNvSpPr txBox="1"/>
          <p:nvPr/>
        </p:nvSpPr>
        <p:spPr>
          <a:xfrm>
            <a:off x="9667716" y="326933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E53682E-4F80-0A83-A33E-7F05E959BCB4}"/>
              </a:ext>
            </a:extLst>
          </p:cNvPr>
          <p:cNvSpPr txBox="1"/>
          <p:nvPr/>
        </p:nvSpPr>
        <p:spPr>
          <a:xfrm>
            <a:off x="10261271" y="327982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7EE84BF-53E5-7AAF-D640-8975DA4FCB6B}"/>
              </a:ext>
            </a:extLst>
          </p:cNvPr>
          <p:cNvSpPr txBox="1"/>
          <p:nvPr/>
        </p:nvSpPr>
        <p:spPr>
          <a:xfrm>
            <a:off x="6220308" y="329240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37FB098-0419-ACBE-EC53-AF1C88EB2D15}"/>
              </a:ext>
            </a:extLst>
          </p:cNvPr>
          <p:cNvSpPr txBox="1"/>
          <p:nvPr/>
        </p:nvSpPr>
        <p:spPr>
          <a:xfrm>
            <a:off x="6791185" y="327982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DBADD6C-C20D-DDD9-CF1D-7028459751CD}"/>
              </a:ext>
            </a:extLst>
          </p:cNvPr>
          <p:cNvSpPr txBox="1"/>
          <p:nvPr/>
        </p:nvSpPr>
        <p:spPr>
          <a:xfrm>
            <a:off x="7315912" y="326933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B3F4CB-DFC3-79A1-6D52-0AD175E9851E}"/>
              </a:ext>
            </a:extLst>
          </p:cNvPr>
          <p:cNvSpPr txBox="1"/>
          <p:nvPr/>
        </p:nvSpPr>
        <p:spPr>
          <a:xfrm>
            <a:off x="5073483" y="327982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BBECF8C-2672-BE40-B0B4-3A8DD2ACC2E0}"/>
              </a:ext>
            </a:extLst>
          </p:cNvPr>
          <p:cNvSpPr txBox="1"/>
          <p:nvPr/>
        </p:nvSpPr>
        <p:spPr>
          <a:xfrm>
            <a:off x="5629725" y="330312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60" name="Picture 159" descr="A rainbow colored swirls on a white background&#10;&#10;Description automatically generated">
            <a:extLst>
              <a:ext uri="{FF2B5EF4-FFF2-40B4-BE49-F238E27FC236}">
                <a16:creationId xmlns:a16="http://schemas.microsoft.com/office/drawing/2014/main" id="{927B5619-6892-F861-9F6F-E97496931B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852" y="4237713"/>
            <a:ext cx="9167775" cy="1276205"/>
          </a:xfrm>
          <a:prstGeom prst="rect">
            <a:avLst/>
          </a:prstGeom>
        </p:spPr>
      </p:pic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163A369-FDDC-47AF-D8EF-F894A5DC0C0A}"/>
              </a:ext>
            </a:extLst>
          </p:cNvPr>
          <p:cNvCxnSpPr>
            <a:cxnSpLocks/>
          </p:cNvCxnSpPr>
          <p:nvPr/>
        </p:nvCxnSpPr>
        <p:spPr>
          <a:xfrm flipV="1">
            <a:off x="1430608" y="4205010"/>
            <a:ext cx="9904142" cy="13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0EF5AEAC-EC2F-C0F4-9AEB-2374602F069B}"/>
              </a:ext>
            </a:extLst>
          </p:cNvPr>
          <p:cNvSpPr txBox="1"/>
          <p:nvPr/>
        </p:nvSpPr>
        <p:spPr>
          <a:xfrm>
            <a:off x="2115069" y="467380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91FCB7E-B1B6-0884-220D-98E6C99D2A70}"/>
              </a:ext>
            </a:extLst>
          </p:cNvPr>
          <p:cNvSpPr txBox="1"/>
          <p:nvPr/>
        </p:nvSpPr>
        <p:spPr>
          <a:xfrm>
            <a:off x="2686408" y="465354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17F047D-E92C-9793-5716-22AE5868BF6A}"/>
              </a:ext>
            </a:extLst>
          </p:cNvPr>
          <p:cNvSpPr txBox="1"/>
          <p:nvPr/>
        </p:nvSpPr>
        <p:spPr>
          <a:xfrm>
            <a:off x="3273758" y="467379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F361199-87C1-313B-F845-96DF69AAC558}"/>
              </a:ext>
            </a:extLst>
          </p:cNvPr>
          <p:cNvSpPr txBox="1"/>
          <p:nvPr/>
        </p:nvSpPr>
        <p:spPr>
          <a:xfrm>
            <a:off x="3835816" y="466188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61B15BE-AF16-198F-DAE7-18BA32B564EA}"/>
              </a:ext>
            </a:extLst>
          </p:cNvPr>
          <p:cNvSpPr txBox="1"/>
          <p:nvPr/>
        </p:nvSpPr>
        <p:spPr>
          <a:xfrm>
            <a:off x="4455910" y="467292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950B634-6454-0333-AF6E-2980C819E2B0}"/>
              </a:ext>
            </a:extLst>
          </p:cNvPr>
          <p:cNvSpPr txBox="1"/>
          <p:nvPr/>
        </p:nvSpPr>
        <p:spPr>
          <a:xfrm>
            <a:off x="8608885" y="463847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92D555A-5445-5F70-AB30-4638F6017459}"/>
              </a:ext>
            </a:extLst>
          </p:cNvPr>
          <p:cNvSpPr txBox="1"/>
          <p:nvPr/>
        </p:nvSpPr>
        <p:spPr>
          <a:xfrm>
            <a:off x="7986236" y="464174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D82904B-8D3F-ACB3-77DD-864DC750AF61}"/>
              </a:ext>
            </a:extLst>
          </p:cNvPr>
          <p:cNvSpPr txBox="1"/>
          <p:nvPr/>
        </p:nvSpPr>
        <p:spPr>
          <a:xfrm>
            <a:off x="9238965" y="463399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8284823-3B0F-D3D2-193B-40253DC94653}"/>
              </a:ext>
            </a:extLst>
          </p:cNvPr>
          <p:cNvSpPr txBox="1"/>
          <p:nvPr/>
        </p:nvSpPr>
        <p:spPr>
          <a:xfrm>
            <a:off x="9830306" y="464174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29FCDC9-1861-E37E-5F19-D1C0372F7FA0}"/>
              </a:ext>
            </a:extLst>
          </p:cNvPr>
          <p:cNvSpPr txBox="1"/>
          <p:nvPr/>
        </p:nvSpPr>
        <p:spPr>
          <a:xfrm>
            <a:off x="10470958" y="468437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B0C4E60-33BE-3186-D94A-6DB40042F200}"/>
              </a:ext>
            </a:extLst>
          </p:cNvPr>
          <p:cNvSpPr txBox="1"/>
          <p:nvPr/>
        </p:nvSpPr>
        <p:spPr>
          <a:xfrm>
            <a:off x="6286814" y="466394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3132491-251C-BAFE-02C9-B9053AE9E5E0}"/>
              </a:ext>
            </a:extLst>
          </p:cNvPr>
          <p:cNvSpPr txBox="1"/>
          <p:nvPr/>
        </p:nvSpPr>
        <p:spPr>
          <a:xfrm>
            <a:off x="6872653" y="466188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6BA5CD2-B8BB-5460-EB9A-42B24FBCAF2E}"/>
              </a:ext>
            </a:extLst>
          </p:cNvPr>
          <p:cNvSpPr txBox="1"/>
          <p:nvPr/>
        </p:nvSpPr>
        <p:spPr>
          <a:xfrm>
            <a:off x="7384432" y="463399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9E2BAB4-923D-EA8E-0EC3-B2E900332874}"/>
              </a:ext>
            </a:extLst>
          </p:cNvPr>
          <p:cNvSpPr txBox="1"/>
          <p:nvPr/>
        </p:nvSpPr>
        <p:spPr>
          <a:xfrm>
            <a:off x="5035420" y="465290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8ED3458-492D-39D8-E3F1-A4CDF7DC56B8}"/>
              </a:ext>
            </a:extLst>
          </p:cNvPr>
          <p:cNvSpPr txBox="1"/>
          <p:nvPr/>
        </p:nvSpPr>
        <p:spPr>
          <a:xfrm>
            <a:off x="5638008" y="467292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6778D0DD-52BF-C1BB-CDA0-EF60D1549C28}"/>
              </a:ext>
            </a:extLst>
          </p:cNvPr>
          <p:cNvCxnSpPr>
            <a:cxnSpLocks/>
          </p:cNvCxnSpPr>
          <p:nvPr/>
        </p:nvCxnSpPr>
        <p:spPr>
          <a:xfrm>
            <a:off x="1208373" y="5527975"/>
            <a:ext cx="9635894" cy="5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2" name="Picture 181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444E74B3-D558-8BB8-5182-69D22C3059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71" y="5560632"/>
            <a:ext cx="9032223" cy="1265139"/>
          </a:xfrm>
          <a:prstGeom prst="rect">
            <a:avLst/>
          </a:prstGeom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5E3D49A8-556D-82BE-32B0-F6A9D5524104}"/>
              </a:ext>
            </a:extLst>
          </p:cNvPr>
          <p:cNvSpPr txBox="1"/>
          <p:nvPr/>
        </p:nvSpPr>
        <p:spPr>
          <a:xfrm>
            <a:off x="2115069" y="596058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9A7F5AA-DE5C-081A-74B3-4DC2D92982B1}"/>
              </a:ext>
            </a:extLst>
          </p:cNvPr>
          <p:cNvSpPr txBox="1"/>
          <p:nvPr/>
        </p:nvSpPr>
        <p:spPr>
          <a:xfrm>
            <a:off x="2686408" y="594031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584491A-DFEB-CDAF-488C-A54200045F6C}"/>
              </a:ext>
            </a:extLst>
          </p:cNvPr>
          <p:cNvSpPr txBox="1"/>
          <p:nvPr/>
        </p:nvSpPr>
        <p:spPr>
          <a:xfrm>
            <a:off x="3273758" y="596056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DBD559B-6F33-BB4B-BEA0-F01E5BA85713}"/>
              </a:ext>
            </a:extLst>
          </p:cNvPr>
          <p:cNvSpPr txBox="1"/>
          <p:nvPr/>
        </p:nvSpPr>
        <p:spPr>
          <a:xfrm>
            <a:off x="3835816" y="594865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057CEB5-8EBA-E312-3D50-1F2C3F98FB04}"/>
              </a:ext>
            </a:extLst>
          </p:cNvPr>
          <p:cNvSpPr txBox="1"/>
          <p:nvPr/>
        </p:nvSpPr>
        <p:spPr>
          <a:xfrm>
            <a:off x="4455910" y="595969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6AB8838-8352-FC13-5058-6A0F872F9606}"/>
              </a:ext>
            </a:extLst>
          </p:cNvPr>
          <p:cNvSpPr txBox="1"/>
          <p:nvPr/>
        </p:nvSpPr>
        <p:spPr>
          <a:xfrm>
            <a:off x="8553528" y="593829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E476EA2-565B-1ECF-A87B-3CD391DC2A9A}"/>
              </a:ext>
            </a:extLst>
          </p:cNvPr>
          <p:cNvSpPr txBox="1"/>
          <p:nvPr/>
        </p:nvSpPr>
        <p:spPr>
          <a:xfrm>
            <a:off x="7930471" y="592852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A661F63-9377-3E1D-0C11-FB7361CD4588}"/>
              </a:ext>
            </a:extLst>
          </p:cNvPr>
          <p:cNvSpPr txBox="1"/>
          <p:nvPr/>
        </p:nvSpPr>
        <p:spPr>
          <a:xfrm>
            <a:off x="9173579" y="594043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609CBB4-61D5-36B2-7443-F309662B88C9}"/>
              </a:ext>
            </a:extLst>
          </p:cNvPr>
          <p:cNvSpPr txBox="1"/>
          <p:nvPr/>
        </p:nvSpPr>
        <p:spPr>
          <a:xfrm>
            <a:off x="9754216" y="596163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9F04CA8-DDB6-E289-198B-A4CD8433296E}"/>
              </a:ext>
            </a:extLst>
          </p:cNvPr>
          <p:cNvSpPr txBox="1"/>
          <p:nvPr/>
        </p:nvSpPr>
        <p:spPr>
          <a:xfrm>
            <a:off x="10374267" y="595969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6DBA12F-9D4A-2DD9-6621-400CE6627761}"/>
              </a:ext>
            </a:extLst>
          </p:cNvPr>
          <p:cNvSpPr txBox="1"/>
          <p:nvPr/>
        </p:nvSpPr>
        <p:spPr>
          <a:xfrm>
            <a:off x="6211064" y="595074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9A67A0E-5274-652A-108F-3BA33649F326}"/>
              </a:ext>
            </a:extLst>
          </p:cNvPr>
          <p:cNvSpPr txBox="1"/>
          <p:nvPr/>
        </p:nvSpPr>
        <p:spPr>
          <a:xfrm>
            <a:off x="6808105" y="594865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51F75B1-387F-A3F4-828F-6D6A15AF37A0}"/>
              </a:ext>
            </a:extLst>
          </p:cNvPr>
          <p:cNvSpPr txBox="1"/>
          <p:nvPr/>
        </p:nvSpPr>
        <p:spPr>
          <a:xfrm>
            <a:off x="7340388" y="595969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3BE8DC4-16CD-762E-10DB-333FCE317EB3}"/>
              </a:ext>
            </a:extLst>
          </p:cNvPr>
          <p:cNvSpPr txBox="1"/>
          <p:nvPr/>
        </p:nvSpPr>
        <p:spPr>
          <a:xfrm>
            <a:off x="5035420" y="593968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8525936-A16B-3BA4-4371-92D06A9D4CCB}"/>
              </a:ext>
            </a:extLst>
          </p:cNvPr>
          <p:cNvSpPr txBox="1"/>
          <p:nvPr/>
        </p:nvSpPr>
        <p:spPr>
          <a:xfrm>
            <a:off x="5638008" y="59596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137810E-A791-F141-3F1E-ABE141B97D82}"/>
              </a:ext>
            </a:extLst>
          </p:cNvPr>
          <p:cNvSpPr txBox="1"/>
          <p:nvPr/>
        </p:nvSpPr>
        <p:spPr>
          <a:xfrm>
            <a:off x="6560139" y="5142033"/>
            <a:ext cx="509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boundary layer interaction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49745F0-0AD6-014C-524F-1261AD6C1E70}"/>
              </a:ext>
            </a:extLst>
          </p:cNvPr>
          <p:cNvSpPr txBox="1"/>
          <p:nvPr/>
        </p:nvSpPr>
        <p:spPr>
          <a:xfrm>
            <a:off x="2987372" y="2745389"/>
            <a:ext cx="181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bow shock</a:t>
            </a:r>
            <a:endParaRPr lang="da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4B5829CA-FCD2-B9B3-AC9D-EC4FFF99CEA6}"/>
              </a:ext>
            </a:extLst>
          </p:cNvPr>
          <p:cNvCxnSpPr>
            <a:cxnSpLocks/>
          </p:cNvCxnSpPr>
          <p:nvPr/>
        </p:nvCxnSpPr>
        <p:spPr>
          <a:xfrm>
            <a:off x="4504157" y="2844370"/>
            <a:ext cx="355314" cy="2404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82B2018-3485-59CF-D0CD-A1F1464604AB}"/>
              </a:ext>
            </a:extLst>
          </p:cNvPr>
          <p:cNvCxnSpPr>
            <a:cxnSpLocks/>
            <a:stCxn id="200" idx="1"/>
          </p:cNvCxnSpPr>
          <p:nvPr/>
        </p:nvCxnSpPr>
        <p:spPr>
          <a:xfrm flipH="1" flipV="1">
            <a:off x="6016946" y="4942458"/>
            <a:ext cx="543193" cy="3842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8BE927-FC13-3055-5FC6-F29AC6CE6A43}"/>
              </a:ext>
            </a:extLst>
          </p:cNvPr>
          <p:cNvSpPr txBox="1"/>
          <p:nvPr/>
        </p:nvSpPr>
        <p:spPr>
          <a:xfrm>
            <a:off x="8105929" y="3710404"/>
            <a:ext cx="230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fan</a:t>
            </a:r>
            <a:endParaRPr lang="da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585F92-4728-CC30-1B14-C7EE36533C3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286814" y="3895070"/>
            <a:ext cx="1819115" cy="93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55E4A8-7185-7AFD-052E-3908C0ED8F02}"/>
              </a:ext>
            </a:extLst>
          </p:cNvPr>
          <p:cNvSpPr/>
          <p:nvPr/>
        </p:nvSpPr>
        <p:spPr>
          <a:xfrm>
            <a:off x="3601092" y="3732325"/>
            <a:ext cx="2631713" cy="347891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F21FEC-27BF-B495-696E-E06E424CCCA7}"/>
              </a:ext>
            </a:extLst>
          </p:cNvPr>
          <p:cNvCxnSpPr>
            <a:cxnSpLocks/>
          </p:cNvCxnSpPr>
          <p:nvPr/>
        </p:nvCxnSpPr>
        <p:spPr>
          <a:xfrm>
            <a:off x="4504157" y="2844370"/>
            <a:ext cx="975056" cy="1392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77996D-4A80-C298-E6A0-85E12AE4792A}"/>
              </a:ext>
            </a:extLst>
          </p:cNvPr>
          <p:cNvCxnSpPr>
            <a:cxnSpLocks/>
          </p:cNvCxnSpPr>
          <p:nvPr/>
        </p:nvCxnSpPr>
        <p:spPr>
          <a:xfrm flipH="1" flipV="1">
            <a:off x="4907459" y="4994134"/>
            <a:ext cx="31945" cy="3768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CA9765-023A-D727-94F8-8B4FEE207764}"/>
              </a:ext>
            </a:extLst>
          </p:cNvPr>
          <p:cNvCxnSpPr>
            <a:cxnSpLocks/>
            <a:stCxn id="200" idx="1"/>
          </p:cNvCxnSpPr>
          <p:nvPr/>
        </p:nvCxnSpPr>
        <p:spPr>
          <a:xfrm flipH="1" flipV="1">
            <a:off x="5392752" y="5016738"/>
            <a:ext cx="1167387" cy="3099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92605F2C-A5CF-75C9-91CB-42FD7D402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751" y="1325553"/>
            <a:ext cx="838065" cy="3867993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37E8890-7D42-19AA-74AA-355997A7B0EE}"/>
              </a:ext>
            </a:extLst>
          </p:cNvPr>
          <p:cNvSpPr/>
          <p:nvPr/>
        </p:nvSpPr>
        <p:spPr>
          <a:xfrm>
            <a:off x="4709804" y="4683272"/>
            <a:ext cx="282947" cy="291316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9F99DE-641F-7750-7B47-8DABFD3127A3}"/>
              </a:ext>
            </a:extLst>
          </p:cNvPr>
          <p:cNvSpPr txBox="1"/>
          <p:nvPr/>
        </p:nvSpPr>
        <p:spPr>
          <a:xfrm>
            <a:off x="1185772" y="4549442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BEE1C-D5B9-D050-AF28-2F9FD9968533}"/>
              </a:ext>
            </a:extLst>
          </p:cNvPr>
          <p:cNvSpPr txBox="1"/>
          <p:nvPr/>
        </p:nvSpPr>
        <p:spPr>
          <a:xfrm>
            <a:off x="1815852" y="5210987"/>
            <a:ext cx="5549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Coalescence of bow shock and passage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47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nes and shapes&#10;&#10;Description automatically generated with medium confidence">
            <a:extLst>
              <a:ext uri="{FF2B5EF4-FFF2-40B4-BE49-F238E27FC236}">
                <a16:creationId xmlns:a16="http://schemas.microsoft.com/office/drawing/2014/main" id="{0966A83B-C87D-5C74-F457-72C43A067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04" y="751113"/>
            <a:ext cx="6596615" cy="46910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7E1B1-0649-462F-506F-C852053AB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847" y="1854953"/>
            <a:ext cx="706555" cy="314809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C0369B-F7B3-434B-DC8D-3B0275572A8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777658" y="748921"/>
            <a:ext cx="1038055" cy="2438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51B698-EA23-1952-DFD1-611C87C90FC2}"/>
              </a:ext>
            </a:extLst>
          </p:cNvPr>
          <p:cNvSpPr txBox="1"/>
          <p:nvPr/>
        </p:nvSpPr>
        <p:spPr>
          <a:xfrm>
            <a:off x="5991225" y="41035"/>
            <a:ext cx="15728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edge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45B71A-88D3-5A3A-DDFC-94EAC6E8B2FC}"/>
              </a:ext>
            </a:extLst>
          </p:cNvPr>
          <p:cNvCxnSpPr>
            <a:cxnSpLocks/>
          </p:cNvCxnSpPr>
          <p:nvPr/>
        </p:nvCxnSpPr>
        <p:spPr>
          <a:xfrm flipV="1">
            <a:off x="3320692" y="5160053"/>
            <a:ext cx="969706" cy="5830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88D009-FE65-7E74-0434-97E83C1D93A7}"/>
              </a:ext>
            </a:extLst>
          </p:cNvPr>
          <p:cNvSpPr txBox="1"/>
          <p:nvPr/>
        </p:nvSpPr>
        <p:spPr>
          <a:xfrm>
            <a:off x="1659846" y="5632674"/>
            <a:ext cx="1961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fan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2C99C31-D087-08E3-322F-CA269ABB71D9}"/>
              </a:ext>
            </a:extLst>
          </p:cNvPr>
          <p:cNvSpPr/>
          <p:nvPr/>
        </p:nvSpPr>
        <p:spPr>
          <a:xfrm>
            <a:off x="4530630" y="2912951"/>
            <a:ext cx="338003" cy="416914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9EB080-E292-EE24-6BB4-0A84D989F8A4}"/>
              </a:ext>
            </a:extLst>
          </p:cNvPr>
          <p:cNvCxnSpPr>
            <a:cxnSpLocks/>
          </p:cNvCxnSpPr>
          <p:nvPr/>
        </p:nvCxnSpPr>
        <p:spPr>
          <a:xfrm>
            <a:off x="1938338" y="2445306"/>
            <a:ext cx="2911391" cy="3318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8C68662-38B8-A5C6-9762-233068F8D95B}"/>
              </a:ext>
            </a:extLst>
          </p:cNvPr>
          <p:cNvCxnSpPr>
            <a:cxnSpLocks/>
          </p:cNvCxnSpPr>
          <p:nvPr/>
        </p:nvCxnSpPr>
        <p:spPr>
          <a:xfrm flipH="1">
            <a:off x="4904855" y="2788024"/>
            <a:ext cx="1127186" cy="3615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F5DACF-379B-A118-10B4-6BA2CF8E041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730551" y="748921"/>
            <a:ext cx="1047107" cy="2438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C5B1328-A687-7D81-79A7-59EFE4E363D3}"/>
              </a:ext>
            </a:extLst>
          </p:cNvPr>
          <p:cNvSpPr txBox="1"/>
          <p:nvPr/>
        </p:nvSpPr>
        <p:spPr>
          <a:xfrm>
            <a:off x="6013137" y="2466027"/>
            <a:ext cx="14417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layer interaction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709E03E-7700-40BF-4CB1-6EE69BC93244}"/>
              </a:ext>
            </a:extLst>
          </p:cNvPr>
          <p:cNvCxnSpPr>
            <a:cxnSpLocks/>
          </p:cNvCxnSpPr>
          <p:nvPr/>
        </p:nvCxnSpPr>
        <p:spPr>
          <a:xfrm flipV="1">
            <a:off x="3320692" y="5160054"/>
            <a:ext cx="3573236" cy="5830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2DDF95DB-2902-356F-31B1-6B9BB205D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723" y="5672987"/>
            <a:ext cx="3832442" cy="719594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45513B6-687B-B5C3-84F0-C52CFD712DFB}"/>
              </a:ext>
            </a:extLst>
          </p:cNvPr>
          <p:cNvCxnSpPr>
            <a:cxnSpLocks/>
          </p:cNvCxnSpPr>
          <p:nvPr/>
        </p:nvCxnSpPr>
        <p:spPr>
          <a:xfrm>
            <a:off x="3473312" y="781962"/>
            <a:ext cx="1528520" cy="934273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FCBAE77-B960-C0C4-5078-06A32853111C}"/>
              </a:ext>
            </a:extLst>
          </p:cNvPr>
          <p:cNvSpPr txBox="1"/>
          <p:nvPr/>
        </p:nvSpPr>
        <p:spPr>
          <a:xfrm>
            <a:off x="2102535" y="74076"/>
            <a:ext cx="157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leg of bow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4BD1C4-3DCA-E441-BE11-06091CD63784}"/>
              </a:ext>
            </a:extLst>
          </p:cNvPr>
          <p:cNvSpPr txBox="1"/>
          <p:nvPr/>
        </p:nvSpPr>
        <p:spPr>
          <a:xfrm>
            <a:off x="4028918" y="43226"/>
            <a:ext cx="157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Suction leg of bow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CBF9F84-8B47-BCF2-27E4-BF132EB0AE1C}"/>
              </a:ext>
            </a:extLst>
          </p:cNvPr>
          <p:cNvSpPr/>
          <p:nvPr/>
        </p:nvSpPr>
        <p:spPr>
          <a:xfrm>
            <a:off x="4853841" y="1066800"/>
            <a:ext cx="421341" cy="1721224"/>
          </a:xfrm>
          <a:custGeom>
            <a:avLst/>
            <a:gdLst>
              <a:gd name="connsiteX0" fmla="*/ 0 w 421341"/>
              <a:gd name="connsiteY0" fmla="*/ 1721224 h 1721224"/>
              <a:gd name="connsiteX1" fmla="*/ 89647 w 421341"/>
              <a:gd name="connsiteY1" fmla="*/ 1344706 h 1721224"/>
              <a:gd name="connsiteX2" fmla="*/ 188259 w 421341"/>
              <a:gd name="connsiteY2" fmla="*/ 869576 h 1721224"/>
              <a:gd name="connsiteX3" fmla="*/ 268941 w 421341"/>
              <a:gd name="connsiteY3" fmla="*/ 421341 h 1721224"/>
              <a:gd name="connsiteX4" fmla="*/ 358588 w 421341"/>
              <a:gd name="connsiteY4" fmla="*/ 98612 h 1721224"/>
              <a:gd name="connsiteX5" fmla="*/ 421341 w 421341"/>
              <a:gd name="connsiteY5" fmla="*/ 0 h 1721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341" h="1721224">
                <a:moveTo>
                  <a:pt x="0" y="1721224"/>
                </a:moveTo>
                <a:cubicBezTo>
                  <a:pt x="29135" y="1603935"/>
                  <a:pt x="58271" y="1486647"/>
                  <a:pt x="89647" y="1344706"/>
                </a:cubicBezTo>
                <a:cubicBezTo>
                  <a:pt x="121023" y="1202765"/>
                  <a:pt x="158377" y="1023470"/>
                  <a:pt x="188259" y="869576"/>
                </a:cubicBezTo>
                <a:cubicBezTo>
                  <a:pt x="218141" y="715682"/>
                  <a:pt x="240553" y="549835"/>
                  <a:pt x="268941" y="421341"/>
                </a:cubicBezTo>
                <a:cubicBezTo>
                  <a:pt x="297329" y="292847"/>
                  <a:pt x="333188" y="168835"/>
                  <a:pt x="358588" y="98612"/>
                </a:cubicBezTo>
                <a:cubicBezTo>
                  <a:pt x="383988" y="28389"/>
                  <a:pt x="402664" y="14194"/>
                  <a:pt x="421341" y="0"/>
                </a:cubicBezTo>
              </a:path>
            </a:pathLst>
          </a:cu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D36B1CD1-7088-A2C9-8320-E4D52EFE9F1C}"/>
              </a:ext>
            </a:extLst>
          </p:cNvPr>
          <p:cNvSpPr/>
          <p:nvPr/>
        </p:nvSpPr>
        <p:spPr>
          <a:xfrm>
            <a:off x="5278527" y="992798"/>
            <a:ext cx="297568" cy="71292"/>
          </a:xfrm>
          <a:custGeom>
            <a:avLst/>
            <a:gdLst>
              <a:gd name="connsiteX0" fmla="*/ 0 w 297568"/>
              <a:gd name="connsiteY0" fmla="*/ 71292 h 71292"/>
              <a:gd name="connsiteX1" fmla="*/ 83691 w 297568"/>
              <a:gd name="connsiteY1" fmla="*/ 27897 h 71292"/>
              <a:gd name="connsiteX2" fmla="*/ 201478 w 297568"/>
              <a:gd name="connsiteY2" fmla="*/ 6200 h 71292"/>
              <a:gd name="connsiteX3" fmla="*/ 297568 w 297568"/>
              <a:gd name="connsiteY3" fmla="*/ 0 h 7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68" h="71292">
                <a:moveTo>
                  <a:pt x="0" y="71292"/>
                </a:moveTo>
                <a:cubicBezTo>
                  <a:pt x="25055" y="55019"/>
                  <a:pt x="50111" y="38746"/>
                  <a:pt x="83691" y="27897"/>
                </a:cubicBezTo>
                <a:cubicBezTo>
                  <a:pt x="117271" y="17048"/>
                  <a:pt x="165832" y="10849"/>
                  <a:pt x="201478" y="6200"/>
                </a:cubicBezTo>
                <a:cubicBezTo>
                  <a:pt x="237124" y="1551"/>
                  <a:pt x="286719" y="3616"/>
                  <a:pt x="297568" y="0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728967D-7DEB-1507-25C6-CAE684F4F83C}"/>
              </a:ext>
            </a:extLst>
          </p:cNvPr>
          <p:cNvCxnSpPr>
            <a:cxnSpLocks/>
          </p:cNvCxnSpPr>
          <p:nvPr/>
        </p:nvCxnSpPr>
        <p:spPr>
          <a:xfrm>
            <a:off x="5209372" y="797426"/>
            <a:ext cx="244484" cy="14444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9FCF5EB9-4918-A99E-0683-F1BF2A3BB90F}"/>
              </a:ext>
            </a:extLst>
          </p:cNvPr>
          <p:cNvSpPr/>
          <p:nvPr/>
        </p:nvSpPr>
        <p:spPr>
          <a:xfrm>
            <a:off x="4630094" y="2811812"/>
            <a:ext cx="219635" cy="94320"/>
          </a:xfrm>
          <a:custGeom>
            <a:avLst/>
            <a:gdLst>
              <a:gd name="connsiteX0" fmla="*/ 0 w 219635"/>
              <a:gd name="connsiteY0" fmla="*/ 26894 h 94320"/>
              <a:gd name="connsiteX1" fmla="*/ 53788 w 219635"/>
              <a:gd name="connsiteY1" fmla="*/ 67235 h 94320"/>
              <a:gd name="connsiteX2" fmla="*/ 138953 w 219635"/>
              <a:gd name="connsiteY2" fmla="*/ 94129 h 94320"/>
              <a:gd name="connsiteX3" fmla="*/ 197224 w 219635"/>
              <a:gd name="connsiteY3" fmla="*/ 53788 h 94320"/>
              <a:gd name="connsiteX4" fmla="*/ 219635 w 219635"/>
              <a:gd name="connsiteY4" fmla="*/ 0 h 9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635" h="94320">
                <a:moveTo>
                  <a:pt x="0" y="26894"/>
                </a:moveTo>
                <a:cubicBezTo>
                  <a:pt x="15314" y="41461"/>
                  <a:pt x="30629" y="56029"/>
                  <a:pt x="53788" y="67235"/>
                </a:cubicBezTo>
                <a:cubicBezTo>
                  <a:pt x="76947" y="78441"/>
                  <a:pt x="115047" y="96370"/>
                  <a:pt x="138953" y="94129"/>
                </a:cubicBezTo>
                <a:cubicBezTo>
                  <a:pt x="162859" y="91888"/>
                  <a:pt x="183777" y="69476"/>
                  <a:pt x="197224" y="53788"/>
                </a:cubicBezTo>
                <a:cubicBezTo>
                  <a:pt x="210671" y="38100"/>
                  <a:pt x="212911" y="35112"/>
                  <a:pt x="219635" y="0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8D1410-D612-52AF-6016-2A61D357B329}"/>
              </a:ext>
            </a:extLst>
          </p:cNvPr>
          <p:cNvSpPr txBox="1"/>
          <p:nvPr/>
        </p:nvSpPr>
        <p:spPr>
          <a:xfrm>
            <a:off x="213005" y="1716235"/>
            <a:ext cx="19105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Coalescence of bow shock and passage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67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FABC-B6F2-778B-FCF4-6820B09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7D329AC-7F04-0556-14D9-56F512BCEE05}"/>
              </a:ext>
            </a:extLst>
          </p:cNvPr>
          <p:cNvCxnSpPr>
            <a:cxnSpLocks/>
          </p:cNvCxnSpPr>
          <p:nvPr/>
        </p:nvCxnSpPr>
        <p:spPr>
          <a:xfrm>
            <a:off x="1230581" y="2800153"/>
            <a:ext cx="96361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321DA18-9623-D750-3853-30CC45D2E330}"/>
              </a:ext>
            </a:extLst>
          </p:cNvPr>
          <p:cNvCxnSpPr>
            <a:cxnSpLocks/>
          </p:cNvCxnSpPr>
          <p:nvPr/>
        </p:nvCxnSpPr>
        <p:spPr>
          <a:xfrm>
            <a:off x="1062570" y="4162820"/>
            <a:ext cx="9936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 descr="A colorful background with white and green shapes&#10;&#10;Description automatically generated">
            <a:extLst>
              <a:ext uri="{FF2B5EF4-FFF2-40B4-BE49-F238E27FC236}">
                <a16:creationId xmlns:a16="http://schemas.microsoft.com/office/drawing/2014/main" id="{380E0FC3-1B4B-5DD6-5B58-3507A9535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629" y="33612"/>
            <a:ext cx="8858783" cy="135937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125B5EE-0106-A917-28DC-E3FB0FD07A0B}"/>
              </a:ext>
            </a:extLst>
          </p:cNvPr>
          <p:cNvSpPr txBox="1"/>
          <p:nvPr/>
        </p:nvSpPr>
        <p:spPr>
          <a:xfrm>
            <a:off x="1361152" y="500571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972DFC-2E5E-3E23-DC7F-4810DFB8F3CF}"/>
              </a:ext>
            </a:extLst>
          </p:cNvPr>
          <p:cNvSpPr txBox="1"/>
          <p:nvPr/>
        </p:nvSpPr>
        <p:spPr>
          <a:xfrm>
            <a:off x="2165709" y="49004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6ED841E-8100-3DD2-6E36-07E0DF1C250C}"/>
              </a:ext>
            </a:extLst>
          </p:cNvPr>
          <p:cNvSpPr txBox="1"/>
          <p:nvPr/>
        </p:nvSpPr>
        <p:spPr>
          <a:xfrm>
            <a:off x="2738400" y="49564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E36E8E1-E30E-62C4-102D-EE6F7B317663}"/>
              </a:ext>
            </a:extLst>
          </p:cNvPr>
          <p:cNvSpPr txBox="1"/>
          <p:nvPr/>
        </p:nvSpPr>
        <p:spPr>
          <a:xfrm>
            <a:off x="3258213" y="52679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7DD5556-A643-B35A-468A-2A9ADFDFF553}"/>
              </a:ext>
            </a:extLst>
          </p:cNvPr>
          <p:cNvSpPr txBox="1"/>
          <p:nvPr/>
        </p:nvSpPr>
        <p:spPr>
          <a:xfrm>
            <a:off x="3826358" y="52679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26B2C79-ED30-E213-3339-3A57B7D321B9}"/>
              </a:ext>
            </a:extLst>
          </p:cNvPr>
          <p:cNvSpPr txBox="1"/>
          <p:nvPr/>
        </p:nvSpPr>
        <p:spPr>
          <a:xfrm>
            <a:off x="4400668" y="52679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CCE76CF-26E2-A554-F0BC-77BA6ED5F1C8}"/>
              </a:ext>
            </a:extLst>
          </p:cNvPr>
          <p:cNvSpPr txBox="1"/>
          <p:nvPr/>
        </p:nvSpPr>
        <p:spPr>
          <a:xfrm>
            <a:off x="8466880" y="52679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E4B8B8A-C3C9-21B6-8839-9B104E4B7A8B}"/>
              </a:ext>
            </a:extLst>
          </p:cNvPr>
          <p:cNvSpPr txBox="1"/>
          <p:nvPr/>
        </p:nvSpPr>
        <p:spPr>
          <a:xfrm>
            <a:off x="7862905" y="48104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066FD13-B02A-E8BD-045D-908F597DDD1A}"/>
              </a:ext>
            </a:extLst>
          </p:cNvPr>
          <p:cNvSpPr txBox="1"/>
          <p:nvPr/>
        </p:nvSpPr>
        <p:spPr>
          <a:xfrm>
            <a:off x="9032332" y="50688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AC07F20-F051-25A7-5A52-72F22B1103CB}"/>
              </a:ext>
            </a:extLst>
          </p:cNvPr>
          <p:cNvSpPr txBox="1"/>
          <p:nvPr/>
        </p:nvSpPr>
        <p:spPr>
          <a:xfrm>
            <a:off x="9638329" y="52466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E093B53-0F87-0F40-BE30-F112900F3A27}"/>
              </a:ext>
            </a:extLst>
          </p:cNvPr>
          <p:cNvSpPr txBox="1"/>
          <p:nvPr/>
        </p:nvSpPr>
        <p:spPr>
          <a:xfrm>
            <a:off x="10217989" y="51584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B9739CA-EC6C-1C45-DFB0-3B4D413E93DD}"/>
              </a:ext>
            </a:extLst>
          </p:cNvPr>
          <p:cNvSpPr txBox="1"/>
          <p:nvPr/>
        </p:nvSpPr>
        <p:spPr>
          <a:xfrm>
            <a:off x="6119739" y="50688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9C26007-3A9D-AAE4-5190-E3F7ABA7DA49}"/>
              </a:ext>
            </a:extLst>
          </p:cNvPr>
          <p:cNvSpPr txBox="1"/>
          <p:nvPr/>
        </p:nvSpPr>
        <p:spPr>
          <a:xfrm>
            <a:off x="6704128" y="51584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E08DC4B-192B-9DF7-BFB3-8F5F9EDFF871}"/>
              </a:ext>
            </a:extLst>
          </p:cNvPr>
          <p:cNvSpPr txBox="1"/>
          <p:nvPr/>
        </p:nvSpPr>
        <p:spPr>
          <a:xfrm>
            <a:off x="7245565" y="51688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B95DAD-627C-C6F3-AE51-0823FD3C25D6}"/>
              </a:ext>
            </a:extLst>
          </p:cNvPr>
          <p:cNvSpPr txBox="1"/>
          <p:nvPr/>
        </p:nvSpPr>
        <p:spPr>
          <a:xfrm>
            <a:off x="4957913" y="50688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693BB21-D491-D286-1106-9F48E7A3534A}"/>
              </a:ext>
            </a:extLst>
          </p:cNvPr>
          <p:cNvSpPr txBox="1"/>
          <p:nvPr/>
        </p:nvSpPr>
        <p:spPr>
          <a:xfrm>
            <a:off x="5540446" y="52679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11" name="Picture 110" descr="A green and white background&#10;&#10;Description automatically generated">
            <a:extLst>
              <a:ext uri="{FF2B5EF4-FFF2-40B4-BE49-F238E27FC236}">
                <a16:creationId xmlns:a16="http://schemas.microsoft.com/office/drawing/2014/main" id="{544B1F29-55CA-F706-0F78-CA2B8418C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588" y="1422475"/>
            <a:ext cx="9057516" cy="1334362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34E4026-0DC2-53FD-2851-82B1CB78A127}"/>
              </a:ext>
            </a:extLst>
          </p:cNvPr>
          <p:cNvCxnSpPr>
            <a:cxnSpLocks/>
          </p:cNvCxnSpPr>
          <p:nvPr/>
        </p:nvCxnSpPr>
        <p:spPr>
          <a:xfrm>
            <a:off x="1266232" y="1392983"/>
            <a:ext cx="9633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F3C6533-5972-E2ED-E465-F6E2547FBB9C}"/>
              </a:ext>
            </a:extLst>
          </p:cNvPr>
          <p:cNvSpPr txBox="1"/>
          <p:nvPr/>
        </p:nvSpPr>
        <p:spPr>
          <a:xfrm>
            <a:off x="2209085" y="186625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10640FF-ACB3-105D-E288-46B7518EE119}"/>
              </a:ext>
            </a:extLst>
          </p:cNvPr>
          <p:cNvSpPr txBox="1"/>
          <p:nvPr/>
        </p:nvSpPr>
        <p:spPr>
          <a:xfrm>
            <a:off x="2723884" y="187546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9B05124-93BD-EFC9-9690-75B5BC154424}"/>
              </a:ext>
            </a:extLst>
          </p:cNvPr>
          <p:cNvSpPr txBox="1"/>
          <p:nvPr/>
        </p:nvSpPr>
        <p:spPr>
          <a:xfrm>
            <a:off x="3284368" y="189205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A2740CD-028E-1BF0-2F84-0FF988B06016}"/>
              </a:ext>
            </a:extLst>
          </p:cNvPr>
          <p:cNvSpPr txBox="1"/>
          <p:nvPr/>
        </p:nvSpPr>
        <p:spPr>
          <a:xfrm>
            <a:off x="3851220" y="190278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C85775D-2086-5303-ED9B-602F1BFA9EE9}"/>
              </a:ext>
            </a:extLst>
          </p:cNvPr>
          <p:cNvSpPr txBox="1"/>
          <p:nvPr/>
        </p:nvSpPr>
        <p:spPr>
          <a:xfrm>
            <a:off x="4425230" y="192328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4528BC2-F6F4-4010-CE22-7FB0B05D8127}"/>
              </a:ext>
            </a:extLst>
          </p:cNvPr>
          <p:cNvSpPr txBox="1"/>
          <p:nvPr/>
        </p:nvSpPr>
        <p:spPr>
          <a:xfrm>
            <a:off x="8564374" y="189205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1ED4CE7-676F-743E-49C1-45182BE933E1}"/>
              </a:ext>
            </a:extLst>
          </p:cNvPr>
          <p:cNvSpPr txBox="1"/>
          <p:nvPr/>
        </p:nvSpPr>
        <p:spPr>
          <a:xfrm>
            <a:off x="7972996" y="187304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815CAC0-3F82-9E68-2996-80FE63DE59D5}"/>
              </a:ext>
            </a:extLst>
          </p:cNvPr>
          <p:cNvSpPr txBox="1"/>
          <p:nvPr/>
        </p:nvSpPr>
        <p:spPr>
          <a:xfrm>
            <a:off x="9149269" y="189750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8DE846-6A66-910C-A49C-B3732927FB8C}"/>
              </a:ext>
            </a:extLst>
          </p:cNvPr>
          <p:cNvSpPr txBox="1"/>
          <p:nvPr/>
        </p:nvSpPr>
        <p:spPr>
          <a:xfrm>
            <a:off x="9743792" y="189205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F64CC9E-F08E-14F1-9D90-9CD47DD51372}"/>
              </a:ext>
            </a:extLst>
          </p:cNvPr>
          <p:cNvSpPr txBox="1"/>
          <p:nvPr/>
        </p:nvSpPr>
        <p:spPr>
          <a:xfrm>
            <a:off x="10396765" y="189205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669EB69-9E28-2DB3-8E2E-99E9A7745FDC}"/>
              </a:ext>
            </a:extLst>
          </p:cNvPr>
          <p:cNvSpPr txBox="1"/>
          <p:nvPr/>
        </p:nvSpPr>
        <p:spPr>
          <a:xfrm>
            <a:off x="6238338" y="187304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9DFFB16-300E-8097-FA2C-3A169F7BF707}"/>
              </a:ext>
            </a:extLst>
          </p:cNvPr>
          <p:cNvSpPr txBox="1"/>
          <p:nvPr/>
        </p:nvSpPr>
        <p:spPr>
          <a:xfrm>
            <a:off x="6816423" y="185726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2BEA20E-58EA-372E-2634-1DC65996D613}"/>
              </a:ext>
            </a:extLst>
          </p:cNvPr>
          <p:cNvSpPr txBox="1"/>
          <p:nvPr/>
        </p:nvSpPr>
        <p:spPr>
          <a:xfrm>
            <a:off x="7344037" y="185726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7FDAC02-F8B8-04F8-DD98-4113E1D39979}"/>
              </a:ext>
            </a:extLst>
          </p:cNvPr>
          <p:cNvSpPr txBox="1"/>
          <p:nvPr/>
        </p:nvSpPr>
        <p:spPr>
          <a:xfrm>
            <a:off x="5000724" y="187926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586251E-4174-92BE-ADF1-D4061E1DAAB6}"/>
              </a:ext>
            </a:extLst>
          </p:cNvPr>
          <p:cNvSpPr txBox="1"/>
          <p:nvPr/>
        </p:nvSpPr>
        <p:spPr>
          <a:xfrm>
            <a:off x="5635440" y="188744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29" name="Picture 128" descr="A group of red and white triangles&#10;&#10;Description automatically generated">
            <a:extLst>
              <a:ext uri="{FF2B5EF4-FFF2-40B4-BE49-F238E27FC236}">
                <a16:creationId xmlns:a16="http://schemas.microsoft.com/office/drawing/2014/main" id="{7CAB811B-0DD4-2596-8346-83FF64ED1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851" y="2846779"/>
            <a:ext cx="9090615" cy="1282897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21FBCC90-FBD6-B375-E8D0-F6335F8529A0}"/>
              </a:ext>
            </a:extLst>
          </p:cNvPr>
          <p:cNvSpPr txBox="1"/>
          <p:nvPr/>
        </p:nvSpPr>
        <p:spPr>
          <a:xfrm>
            <a:off x="1335639" y="1838875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8CA172D-CBF6-D9E3-B735-57F48B3CD80B}"/>
              </a:ext>
            </a:extLst>
          </p:cNvPr>
          <p:cNvSpPr txBox="1"/>
          <p:nvPr/>
        </p:nvSpPr>
        <p:spPr>
          <a:xfrm>
            <a:off x="1292534" y="3201541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6FA8499-1916-FF39-73B1-8323713166CF}"/>
              </a:ext>
            </a:extLst>
          </p:cNvPr>
          <p:cNvSpPr txBox="1"/>
          <p:nvPr/>
        </p:nvSpPr>
        <p:spPr>
          <a:xfrm>
            <a:off x="2165709" y="326799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251287A-5100-C297-3EC7-748EDDD2D9CF}"/>
              </a:ext>
            </a:extLst>
          </p:cNvPr>
          <p:cNvSpPr txBox="1"/>
          <p:nvPr/>
        </p:nvSpPr>
        <p:spPr>
          <a:xfrm>
            <a:off x="2734690" y="326591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24DC554-D9EE-A511-D631-69C76944BC47}"/>
              </a:ext>
            </a:extLst>
          </p:cNvPr>
          <p:cNvSpPr txBox="1"/>
          <p:nvPr/>
        </p:nvSpPr>
        <p:spPr>
          <a:xfrm>
            <a:off x="3264751" y="327934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A4D1238-0998-85FF-15D1-A1EF1C4F90D6}"/>
              </a:ext>
            </a:extLst>
          </p:cNvPr>
          <p:cNvSpPr txBox="1"/>
          <p:nvPr/>
        </p:nvSpPr>
        <p:spPr>
          <a:xfrm>
            <a:off x="3840660" y="328338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05C20D1-56B4-3A9B-4249-13B54A9106DA}"/>
              </a:ext>
            </a:extLst>
          </p:cNvPr>
          <p:cNvSpPr txBox="1"/>
          <p:nvPr/>
        </p:nvSpPr>
        <p:spPr>
          <a:xfrm>
            <a:off x="4453937" y="328469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96B431B-AB73-4F6F-D13F-7258C2446C4C}"/>
              </a:ext>
            </a:extLst>
          </p:cNvPr>
          <p:cNvSpPr txBox="1"/>
          <p:nvPr/>
        </p:nvSpPr>
        <p:spPr>
          <a:xfrm>
            <a:off x="8557313" y="328431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55C110C-2518-24B4-9404-16D96A432B4A}"/>
              </a:ext>
            </a:extLst>
          </p:cNvPr>
          <p:cNvSpPr txBox="1"/>
          <p:nvPr/>
        </p:nvSpPr>
        <p:spPr>
          <a:xfrm>
            <a:off x="7947774" y="327594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FCB3733-31F9-9E0A-AEEC-F9060844F2AC}"/>
              </a:ext>
            </a:extLst>
          </p:cNvPr>
          <p:cNvSpPr txBox="1"/>
          <p:nvPr/>
        </p:nvSpPr>
        <p:spPr>
          <a:xfrm>
            <a:off x="9154618" y="3294969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F6FBE99-3FF1-AF4C-4768-00C957E5D720}"/>
              </a:ext>
            </a:extLst>
          </p:cNvPr>
          <p:cNvSpPr txBox="1"/>
          <p:nvPr/>
        </p:nvSpPr>
        <p:spPr>
          <a:xfrm>
            <a:off x="9754598" y="328043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0ADA2D3-9AB7-A6DF-81CF-2E2FF0074375}"/>
              </a:ext>
            </a:extLst>
          </p:cNvPr>
          <p:cNvSpPr txBox="1"/>
          <p:nvPr/>
        </p:nvSpPr>
        <p:spPr>
          <a:xfrm>
            <a:off x="10361463" y="3251426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2410156-2FA1-DFB4-A4EF-E654FAAB0AD4}"/>
              </a:ext>
            </a:extLst>
          </p:cNvPr>
          <p:cNvSpPr txBox="1"/>
          <p:nvPr/>
        </p:nvSpPr>
        <p:spPr>
          <a:xfrm>
            <a:off x="6189679" y="326591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AE10DC6-B018-4AF4-9839-374EE0A4F684}"/>
              </a:ext>
            </a:extLst>
          </p:cNvPr>
          <p:cNvSpPr txBox="1"/>
          <p:nvPr/>
        </p:nvSpPr>
        <p:spPr>
          <a:xfrm>
            <a:off x="6788361" y="326591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D836753-530D-3443-4BEC-9CD3AAB2286B}"/>
              </a:ext>
            </a:extLst>
          </p:cNvPr>
          <p:cNvSpPr txBox="1"/>
          <p:nvPr/>
        </p:nvSpPr>
        <p:spPr>
          <a:xfrm>
            <a:off x="7331149" y="327587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12DBC57-D702-A243-CE87-F54EF8C6CD30}"/>
              </a:ext>
            </a:extLst>
          </p:cNvPr>
          <p:cNvSpPr txBox="1"/>
          <p:nvPr/>
        </p:nvSpPr>
        <p:spPr>
          <a:xfrm>
            <a:off x="4991255" y="330305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F2DA6E9-C9B3-239C-6BEC-EE578428CEF5}"/>
              </a:ext>
            </a:extLst>
          </p:cNvPr>
          <p:cNvSpPr txBox="1"/>
          <p:nvPr/>
        </p:nvSpPr>
        <p:spPr>
          <a:xfrm>
            <a:off x="5604645" y="328338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48" name="Picture 147" descr="A colorful image of a rainbow&#10;&#10;Description automatically generated with medium confidence">
            <a:extLst>
              <a:ext uri="{FF2B5EF4-FFF2-40B4-BE49-F238E27FC236}">
                <a16:creationId xmlns:a16="http://schemas.microsoft.com/office/drawing/2014/main" id="{26CCCB9C-96E0-1347-B124-BFD1B7ECD1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292" y="4184333"/>
            <a:ext cx="9273210" cy="1271284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33714259-0F74-659F-F750-97C311D7F786}"/>
              </a:ext>
            </a:extLst>
          </p:cNvPr>
          <p:cNvSpPr txBox="1"/>
          <p:nvPr/>
        </p:nvSpPr>
        <p:spPr>
          <a:xfrm>
            <a:off x="1259671" y="4559647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A1EC2BC-45F2-EDB4-F362-40C0A9FD357B}"/>
              </a:ext>
            </a:extLst>
          </p:cNvPr>
          <p:cNvSpPr txBox="1"/>
          <p:nvPr/>
        </p:nvSpPr>
        <p:spPr>
          <a:xfrm>
            <a:off x="2078415" y="457503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E2F1A57-8E59-05E0-97C7-01E864EAEC5F}"/>
              </a:ext>
            </a:extLst>
          </p:cNvPr>
          <p:cNvSpPr txBox="1"/>
          <p:nvPr/>
        </p:nvSpPr>
        <p:spPr>
          <a:xfrm>
            <a:off x="2679743" y="458402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74A312A-E47F-5A56-3B63-3CBBA791E639}"/>
              </a:ext>
            </a:extLst>
          </p:cNvPr>
          <p:cNvSpPr txBox="1"/>
          <p:nvPr/>
        </p:nvSpPr>
        <p:spPr>
          <a:xfrm>
            <a:off x="3236988" y="46098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DA110AF-DC87-0110-E664-B64A8BCC15E2}"/>
              </a:ext>
            </a:extLst>
          </p:cNvPr>
          <p:cNvSpPr txBox="1"/>
          <p:nvPr/>
        </p:nvSpPr>
        <p:spPr>
          <a:xfrm>
            <a:off x="3818705" y="463524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82B42B6-9E82-3423-9E17-3B592B4CAFCC}"/>
              </a:ext>
            </a:extLst>
          </p:cNvPr>
          <p:cNvSpPr txBox="1"/>
          <p:nvPr/>
        </p:nvSpPr>
        <p:spPr>
          <a:xfrm>
            <a:off x="4444648" y="4618714"/>
            <a:ext cx="280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CDBD831-62E4-DDA6-7FCC-81D16B8E78EA}"/>
              </a:ext>
            </a:extLst>
          </p:cNvPr>
          <p:cNvSpPr txBox="1"/>
          <p:nvPr/>
        </p:nvSpPr>
        <p:spPr>
          <a:xfrm>
            <a:off x="8670340" y="460983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94434CB-E5BB-A95A-F719-7FD207065CB8}"/>
              </a:ext>
            </a:extLst>
          </p:cNvPr>
          <p:cNvSpPr txBox="1"/>
          <p:nvPr/>
        </p:nvSpPr>
        <p:spPr>
          <a:xfrm>
            <a:off x="8026314" y="457503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EFFDB6F-615C-4C74-092A-BA483A9926B1}"/>
              </a:ext>
            </a:extLst>
          </p:cNvPr>
          <p:cNvSpPr txBox="1"/>
          <p:nvPr/>
        </p:nvSpPr>
        <p:spPr>
          <a:xfrm>
            <a:off x="9295024" y="458402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7613155-495D-E1FE-B5DF-E8A5EF5ADB0E}"/>
              </a:ext>
            </a:extLst>
          </p:cNvPr>
          <p:cNvSpPr txBox="1"/>
          <p:nvPr/>
        </p:nvSpPr>
        <p:spPr>
          <a:xfrm>
            <a:off x="9904666" y="459649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5C8805B-EDB7-DA60-0514-892942107F15}"/>
              </a:ext>
            </a:extLst>
          </p:cNvPr>
          <p:cNvSpPr txBox="1"/>
          <p:nvPr/>
        </p:nvSpPr>
        <p:spPr>
          <a:xfrm>
            <a:off x="10529350" y="460983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F510329-EB86-0EF3-29D9-EBBA4A4311B6}"/>
              </a:ext>
            </a:extLst>
          </p:cNvPr>
          <p:cNvSpPr txBox="1"/>
          <p:nvPr/>
        </p:nvSpPr>
        <p:spPr>
          <a:xfrm>
            <a:off x="6238322" y="459333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8D624EE-8C2D-6B14-DF06-B0BCFDC44023}"/>
              </a:ext>
            </a:extLst>
          </p:cNvPr>
          <p:cNvSpPr txBox="1"/>
          <p:nvPr/>
        </p:nvSpPr>
        <p:spPr>
          <a:xfrm>
            <a:off x="6845653" y="459081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F45C211-63FB-2F5C-595F-53A50B781AFD}"/>
              </a:ext>
            </a:extLst>
          </p:cNvPr>
          <p:cNvSpPr txBox="1"/>
          <p:nvPr/>
        </p:nvSpPr>
        <p:spPr>
          <a:xfrm>
            <a:off x="7411671" y="4575037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DA3098B-F78A-93DE-281B-6927C11BB5DE}"/>
              </a:ext>
            </a:extLst>
          </p:cNvPr>
          <p:cNvSpPr txBox="1"/>
          <p:nvPr/>
        </p:nvSpPr>
        <p:spPr>
          <a:xfrm>
            <a:off x="5008645" y="459265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1425392-7166-F8A8-AF15-F7B7D76AB978}"/>
              </a:ext>
            </a:extLst>
          </p:cNvPr>
          <p:cNvSpPr txBox="1"/>
          <p:nvPr/>
        </p:nvSpPr>
        <p:spPr>
          <a:xfrm>
            <a:off x="5623288" y="46098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79" name="Picture 178" descr="A green and white swirls&#10;&#10;Description automatically generated">
            <a:extLst>
              <a:ext uri="{FF2B5EF4-FFF2-40B4-BE49-F238E27FC236}">
                <a16:creationId xmlns:a16="http://schemas.microsoft.com/office/drawing/2014/main" id="{5D94834C-1118-6863-2C32-87BDB21196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403" y="5531984"/>
            <a:ext cx="9255099" cy="1252304"/>
          </a:xfrm>
          <a:prstGeom prst="rect">
            <a:avLst/>
          </a:prstGeom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164E3EE-C7BA-B723-EE1B-F81B9812D0D4}"/>
              </a:ext>
            </a:extLst>
          </p:cNvPr>
          <p:cNvCxnSpPr>
            <a:cxnSpLocks/>
          </p:cNvCxnSpPr>
          <p:nvPr/>
        </p:nvCxnSpPr>
        <p:spPr>
          <a:xfrm>
            <a:off x="981075" y="5487161"/>
            <a:ext cx="100564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D455AFEE-9292-D7F3-54F9-5A530F99A262}"/>
              </a:ext>
            </a:extLst>
          </p:cNvPr>
          <p:cNvSpPr txBox="1"/>
          <p:nvPr/>
        </p:nvSpPr>
        <p:spPr>
          <a:xfrm>
            <a:off x="1207264" y="5851418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98B1757-3D1D-1AD5-F5A3-0B10B342F12E}"/>
              </a:ext>
            </a:extLst>
          </p:cNvPr>
          <p:cNvSpPr txBox="1"/>
          <p:nvPr/>
        </p:nvSpPr>
        <p:spPr>
          <a:xfrm>
            <a:off x="2030429" y="5966348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1EB03AB-AF4E-CE04-829C-D76CB18A079B}"/>
              </a:ext>
            </a:extLst>
          </p:cNvPr>
          <p:cNvSpPr txBox="1"/>
          <p:nvPr/>
        </p:nvSpPr>
        <p:spPr>
          <a:xfrm>
            <a:off x="2631757" y="5975331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179BE04-FEC4-0FA1-5A9F-6585E997DEF6}"/>
              </a:ext>
            </a:extLst>
          </p:cNvPr>
          <p:cNvSpPr txBox="1"/>
          <p:nvPr/>
        </p:nvSpPr>
        <p:spPr>
          <a:xfrm>
            <a:off x="3189002" y="6001142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47205EA-8D02-8554-9E8D-E4D2C52AD177}"/>
              </a:ext>
            </a:extLst>
          </p:cNvPr>
          <p:cNvSpPr txBox="1"/>
          <p:nvPr/>
        </p:nvSpPr>
        <p:spPr>
          <a:xfrm>
            <a:off x="3770719" y="6026558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EDBA3CA-9957-7C7A-0D7E-9B828C62218F}"/>
              </a:ext>
            </a:extLst>
          </p:cNvPr>
          <p:cNvSpPr txBox="1"/>
          <p:nvPr/>
        </p:nvSpPr>
        <p:spPr>
          <a:xfrm>
            <a:off x="4396662" y="6010024"/>
            <a:ext cx="280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768A88D-4EF7-7693-AAF3-67233B64422C}"/>
              </a:ext>
            </a:extLst>
          </p:cNvPr>
          <p:cNvSpPr txBox="1"/>
          <p:nvPr/>
        </p:nvSpPr>
        <p:spPr>
          <a:xfrm>
            <a:off x="8668085" y="5981976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1C30AF4-05D5-6E04-2D0C-89AD5FD6AEBE}"/>
              </a:ext>
            </a:extLst>
          </p:cNvPr>
          <p:cNvSpPr txBox="1"/>
          <p:nvPr/>
        </p:nvSpPr>
        <p:spPr>
          <a:xfrm>
            <a:off x="8053411" y="5981976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16E4305-9183-8021-BEFB-647F34D33114}"/>
              </a:ext>
            </a:extLst>
          </p:cNvPr>
          <p:cNvSpPr txBox="1"/>
          <p:nvPr/>
        </p:nvSpPr>
        <p:spPr>
          <a:xfrm>
            <a:off x="9277417" y="5963280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6A60AED-EBE1-3C4D-8082-BFDD4097A8B9}"/>
              </a:ext>
            </a:extLst>
          </p:cNvPr>
          <p:cNvSpPr txBox="1"/>
          <p:nvPr/>
        </p:nvSpPr>
        <p:spPr>
          <a:xfrm>
            <a:off x="9908576" y="5966346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127DEFA-512F-F4FA-C229-421D243AED26}"/>
              </a:ext>
            </a:extLst>
          </p:cNvPr>
          <p:cNvSpPr txBox="1"/>
          <p:nvPr/>
        </p:nvSpPr>
        <p:spPr>
          <a:xfrm>
            <a:off x="10523219" y="5966347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58AD77A-D71C-523C-42C1-762F4A621403}"/>
              </a:ext>
            </a:extLst>
          </p:cNvPr>
          <p:cNvSpPr txBox="1"/>
          <p:nvPr/>
        </p:nvSpPr>
        <p:spPr>
          <a:xfrm>
            <a:off x="6190336" y="5984643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EA80979-04E6-0209-62B0-982B3D28B262}"/>
              </a:ext>
            </a:extLst>
          </p:cNvPr>
          <p:cNvSpPr txBox="1"/>
          <p:nvPr/>
        </p:nvSpPr>
        <p:spPr>
          <a:xfrm>
            <a:off x="6797667" y="5982127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E9AAA12-CE45-9D62-63D8-5348A139E6E6}"/>
              </a:ext>
            </a:extLst>
          </p:cNvPr>
          <p:cNvSpPr txBox="1"/>
          <p:nvPr/>
        </p:nvSpPr>
        <p:spPr>
          <a:xfrm>
            <a:off x="7363685" y="5966347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AF4C8A8-ACBE-E8D2-C30F-C950A0D0B9FB}"/>
              </a:ext>
            </a:extLst>
          </p:cNvPr>
          <p:cNvSpPr txBox="1"/>
          <p:nvPr/>
        </p:nvSpPr>
        <p:spPr>
          <a:xfrm>
            <a:off x="4960659" y="5983965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4C6A2A1-3E19-7686-EA0F-E41309D4CBD3}"/>
              </a:ext>
            </a:extLst>
          </p:cNvPr>
          <p:cNvSpPr txBox="1"/>
          <p:nvPr/>
        </p:nvSpPr>
        <p:spPr>
          <a:xfrm>
            <a:off x="5575302" y="6001142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40E78E27-62D6-4CAA-5EAA-4E0EB8E2C6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5449" y="1546358"/>
            <a:ext cx="759385" cy="3765284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681FCA8D-7998-EAD4-570A-10F46BE10BD9}"/>
              </a:ext>
            </a:extLst>
          </p:cNvPr>
          <p:cNvSpPr txBox="1"/>
          <p:nvPr/>
        </p:nvSpPr>
        <p:spPr>
          <a:xfrm>
            <a:off x="10987938" y="1155394"/>
            <a:ext cx="8194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[KPa</a:t>
            </a:r>
            <a:r>
              <a:rPr lang="en-US" sz="2000" dirty="0"/>
              <a:t>]</a:t>
            </a: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1512858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0C9D7-3128-ECCD-CBC6-B60D5E9F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FDF33AF-A6AC-68DC-BD49-09EDF98C77A2}"/>
              </a:ext>
            </a:extLst>
          </p:cNvPr>
          <p:cNvCxnSpPr>
            <a:cxnSpLocks/>
          </p:cNvCxnSpPr>
          <p:nvPr/>
        </p:nvCxnSpPr>
        <p:spPr>
          <a:xfrm>
            <a:off x="418732" y="2698105"/>
            <a:ext cx="101181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Picture 61" descr="A colorful swirly pattern&#10;&#10;Description automatically generated with medium confidence">
            <a:extLst>
              <a:ext uri="{FF2B5EF4-FFF2-40B4-BE49-F238E27FC236}">
                <a16:creationId xmlns:a16="http://schemas.microsoft.com/office/drawing/2014/main" id="{DF290284-8C53-90A4-E681-252F7D13E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43" y="1410411"/>
            <a:ext cx="9058325" cy="126415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5A32339-7E20-2B58-0226-B611196E68A9}"/>
              </a:ext>
            </a:extLst>
          </p:cNvPr>
          <p:cNvSpPr txBox="1"/>
          <p:nvPr/>
        </p:nvSpPr>
        <p:spPr>
          <a:xfrm>
            <a:off x="582110" y="1817759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CF04EA-DA57-D976-9F1B-C96C54DA56A0}"/>
              </a:ext>
            </a:extLst>
          </p:cNvPr>
          <p:cNvSpPr txBox="1"/>
          <p:nvPr/>
        </p:nvSpPr>
        <p:spPr>
          <a:xfrm>
            <a:off x="1232386" y="1846470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BE5BB9-BFAC-6A05-1A2A-CEE042D5C97A}"/>
              </a:ext>
            </a:extLst>
          </p:cNvPr>
          <p:cNvSpPr txBox="1"/>
          <p:nvPr/>
        </p:nvSpPr>
        <p:spPr>
          <a:xfrm>
            <a:off x="1805077" y="1852073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A77028-82A9-9B4F-2223-4CE5CB658418}"/>
              </a:ext>
            </a:extLst>
          </p:cNvPr>
          <p:cNvSpPr txBox="1"/>
          <p:nvPr/>
        </p:nvSpPr>
        <p:spPr>
          <a:xfrm>
            <a:off x="2373037" y="1871089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0082EB-5AC9-147D-A5C4-0E58CFA38369}"/>
              </a:ext>
            </a:extLst>
          </p:cNvPr>
          <p:cNvSpPr txBox="1"/>
          <p:nvPr/>
        </p:nvSpPr>
        <p:spPr>
          <a:xfrm>
            <a:off x="2968841" y="1852991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A59C90-6309-797C-987A-34B7DAF45B3A}"/>
              </a:ext>
            </a:extLst>
          </p:cNvPr>
          <p:cNvSpPr txBox="1"/>
          <p:nvPr/>
        </p:nvSpPr>
        <p:spPr>
          <a:xfrm>
            <a:off x="3583598" y="1856328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8C7526-063A-98DA-1480-2CDB0DDA823F}"/>
              </a:ext>
            </a:extLst>
          </p:cNvPr>
          <p:cNvSpPr txBox="1"/>
          <p:nvPr/>
        </p:nvSpPr>
        <p:spPr>
          <a:xfrm>
            <a:off x="7717469" y="1846469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C688A6-565C-AEE9-BFCA-39DE5AE69F2A}"/>
              </a:ext>
            </a:extLst>
          </p:cNvPr>
          <p:cNvSpPr txBox="1"/>
          <p:nvPr/>
        </p:nvSpPr>
        <p:spPr>
          <a:xfrm>
            <a:off x="7110038" y="1873312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EF9A23-7771-627D-2A1F-9A3C92F85609}"/>
              </a:ext>
            </a:extLst>
          </p:cNvPr>
          <p:cNvSpPr txBox="1"/>
          <p:nvPr/>
        </p:nvSpPr>
        <p:spPr>
          <a:xfrm>
            <a:off x="8324900" y="1862135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8C224B-17EF-E10B-775D-8CC4F8637F49}"/>
              </a:ext>
            </a:extLst>
          </p:cNvPr>
          <p:cNvSpPr txBox="1"/>
          <p:nvPr/>
        </p:nvSpPr>
        <p:spPr>
          <a:xfrm>
            <a:off x="8894901" y="1862134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9F0B7C-C833-65EB-AD5E-2FF26F83AFB3}"/>
              </a:ext>
            </a:extLst>
          </p:cNvPr>
          <p:cNvSpPr txBox="1"/>
          <p:nvPr/>
        </p:nvSpPr>
        <p:spPr>
          <a:xfrm>
            <a:off x="9522192" y="1883597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617BCCB-4B5F-2B2C-B9B2-021A1BB5A524}"/>
              </a:ext>
            </a:extLst>
          </p:cNvPr>
          <p:cNvSpPr txBox="1"/>
          <p:nvPr/>
        </p:nvSpPr>
        <p:spPr>
          <a:xfrm>
            <a:off x="5291390" y="1837477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86837F-DFBC-9055-8045-BF529736D248}"/>
              </a:ext>
            </a:extLst>
          </p:cNvPr>
          <p:cNvSpPr txBox="1"/>
          <p:nvPr/>
        </p:nvSpPr>
        <p:spPr>
          <a:xfrm>
            <a:off x="5975594" y="1846747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70708E-4411-8655-5AB4-E62FC6C76BF6}"/>
              </a:ext>
            </a:extLst>
          </p:cNvPr>
          <p:cNvSpPr txBox="1"/>
          <p:nvPr/>
        </p:nvSpPr>
        <p:spPr>
          <a:xfrm>
            <a:off x="6473839" y="1853268"/>
            <a:ext cx="47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7544AE-F164-9729-04A3-51701C4E7C97}"/>
              </a:ext>
            </a:extLst>
          </p:cNvPr>
          <p:cNvSpPr txBox="1"/>
          <p:nvPr/>
        </p:nvSpPr>
        <p:spPr>
          <a:xfrm>
            <a:off x="4168432" y="1877523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E1B293-6DE8-5C82-20D2-7E974C9112BC}"/>
              </a:ext>
            </a:extLst>
          </p:cNvPr>
          <p:cNvSpPr txBox="1"/>
          <p:nvPr/>
        </p:nvSpPr>
        <p:spPr>
          <a:xfrm>
            <a:off x="4740424" y="1900424"/>
            <a:ext cx="3273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pic>
        <p:nvPicPr>
          <p:cNvPr id="94" name="Picture 93" descr="A rainbow colored lines&#10;&#10;Description automatically generated with medium confidence">
            <a:extLst>
              <a:ext uri="{FF2B5EF4-FFF2-40B4-BE49-F238E27FC236}">
                <a16:creationId xmlns:a16="http://schemas.microsoft.com/office/drawing/2014/main" id="{5D903F55-A704-8290-2335-5C9E7CB70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7" y="2731388"/>
            <a:ext cx="9179507" cy="1311055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6FA05997-E7DC-AA4F-2996-A9D457812822}"/>
              </a:ext>
            </a:extLst>
          </p:cNvPr>
          <p:cNvSpPr txBox="1"/>
          <p:nvPr/>
        </p:nvSpPr>
        <p:spPr>
          <a:xfrm>
            <a:off x="1232386" y="315332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C82C0E7-BD7B-B3FF-0F7B-C8D92D26DD4F}"/>
              </a:ext>
            </a:extLst>
          </p:cNvPr>
          <p:cNvSpPr txBox="1"/>
          <p:nvPr/>
        </p:nvSpPr>
        <p:spPr>
          <a:xfrm>
            <a:off x="1805077" y="315892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EC1ADCC-8843-AFCC-F09D-67D6C534720A}"/>
              </a:ext>
            </a:extLst>
          </p:cNvPr>
          <p:cNvSpPr txBox="1"/>
          <p:nvPr/>
        </p:nvSpPr>
        <p:spPr>
          <a:xfrm>
            <a:off x="2373037" y="317794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57AC18B-D9DC-865C-B8C0-2A57B8DF8944}"/>
              </a:ext>
            </a:extLst>
          </p:cNvPr>
          <p:cNvSpPr txBox="1"/>
          <p:nvPr/>
        </p:nvSpPr>
        <p:spPr>
          <a:xfrm>
            <a:off x="2921371" y="317912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720FFC7-00CF-C181-DB61-B883E0F54B8B}"/>
              </a:ext>
            </a:extLst>
          </p:cNvPr>
          <p:cNvSpPr txBox="1"/>
          <p:nvPr/>
        </p:nvSpPr>
        <p:spPr>
          <a:xfrm>
            <a:off x="3514510" y="318419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57AE84-04F0-D3AA-88EC-1349829A7889}"/>
              </a:ext>
            </a:extLst>
          </p:cNvPr>
          <p:cNvSpPr txBox="1"/>
          <p:nvPr/>
        </p:nvSpPr>
        <p:spPr>
          <a:xfrm>
            <a:off x="7727785" y="317985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92C11BA-77F2-9122-75C8-DA7D7C65FB4F}"/>
              </a:ext>
            </a:extLst>
          </p:cNvPr>
          <p:cNvSpPr txBox="1"/>
          <p:nvPr/>
        </p:nvSpPr>
        <p:spPr>
          <a:xfrm>
            <a:off x="7118717" y="3171495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9D23A35-E856-4887-8AAE-C24204C19ED1}"/>
              </a:ext>
            </a:extLst>
          </p:cNvPr>
          <p:cNvSpPr txBox="1"/>
          <p:nvPr/>
        </p:nvSpPr>
        <p:spPr>
          <a:xfrm>
            <a:off x="8352579" y="319581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6459AF8-B323-E96C-5190-30426A196D61}"/>
              </a:ext>
            </a:extLst>
          </p:cNvPr>
          <p:cNvSpPr txBox="1"/>
          <p:nvPr/>
        </p:nvSpPr>
        <p:spPr>
          <a:xfrm>
            <a:off x="8968676" y="318437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0D8AF79-87EE-BA35-65B8-BFE6F9939CCA}"/>
              </a:ext>
            </a:extLst>
          </p:cNvPr>
          <p:cNvSpPr txBox="1"/>
          <p:nvPr/>
        </p:nvSpPr>
        <p:spPr>
          <a:xfrm>
            <a:off x="9544917" y="318437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7CB995D-5CC4-2004-F8BB-475E4C0ECF56}"/>
              </a:ext>
            </a:extLst>
          </p:cNvPr>
          <p:cNvSpPr txBox="1"/>
          <p:nvPr/>
        </p:nvSpPr>
        <p:spPr>
          <a:xfrm>
            <a:off x="5328997" y="31633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003A072-0CB8-2AB9-F7B0-730F3A431350}"/>
              </a:ext>
            </a:extLst>
          </p:cNvPr>
          <p:cNvSpPr txBox="1"/>
          <p:nvPr/>
        </p:nvSpPr>
        <p:spPr>
          <a:xfrm>
            <a:off x="5937644" y="318437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43C9B99-1C7E-2B8F-2F14-D04F63F39098}"/>
              </a:ext>
            </a:extLst>
          </p:cNvPr>
          <p:cNvSpPr txBox="1"/>
          <p:nvPr/>
        </p:nvSpPr>
        <p:spPr>
          <a:xfrm>
            <a:off x="6502153" y="3170694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3823EDC-8880-26D9-C232-B9845D549370}"/>
              </a:ext>
            </a:extLst>
          </p:cNvPr>
          <p:cNvSpPr txBox="1"/>
          <p:nvPr/>
        </p:nvSpPr>
        <p:spPr>
          <a:xfrm>
            <a:off x="4071755" y="317985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EC9B117-CAE2-54E8-31AD-6705A5E3A0EE}"/>
              </a:ext>
            </a:extLst>
          </p:cNvPr>
          <p:cNvSpPr txBox="1"/>
          <p:nvPr/>
        </p:nvSpPr>
        <p:spPr>
          <a:xfrm>
            <a:off x="4720350" y="317985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ED109F9-579A-AEE3-3B0A-0D8093A99E59}"/>
              </a:ext>
            </a:extLst>
          </p:cNvPr>
          <p:cNvSpPr txBox="1"/>
          <p:nvPr/>
        </p:nvSpPr>
        <p:spPr>
          <a:xfrm>
            <a:off x="559954" y="3110627"/>
            <a:ext cx="595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Picture 112" descr="A colorful rainbow swirls&#10;&#10;Description automatically generated with medium confidence">
            <a:extLst>
              <a:ext uri="{FF2B5EF4-FFF2-40B4-BE49-F238E27FC236}">
                <a16:creationId xmlns:a16="http://schemas.microsoft.com/office/drawing/2014/main" id="{5915F8CD-77EE-4347-5A87-2A1344875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99" y="4068065"/>
            <a:ext cx="9100055" cy="1373924"/>
          </a:xfrm>
          <a:prstGeom prst="rect">
            <a:avLst/>
          </a:prstGeom>
        </p:spPr>
      </p:pic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3F621EB-D29E-AB69-7D1D-9B741DACE579}"/>
              </a:ext>
            </a:extLst>
          </p:cNvPr>
          <p:cNvCxnSpPr>
            <a:cxnSpLocks/>
          </p:cNvCxnSpPr>
          <p:nvPr/>
        </p:nvCxnSpPr>
        <p:spPr>
          <a:xfrm>
            <a:off x="418732" y="4061631"/>
            <a:ext cx="10366238" cy="16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5CA4C60-8509-6046-5E84-4BCF3C4BDF98}"/>
              </a:ext>
            </a:extLst>
          </p:cNvPr>
          <p:cNvSpPr txBox="1"/>
          <p:nvPr/>
        </p:nvSpPr>
        <p:spPr>
          <a:xfrm>
            <a:off x="1195372" y="452957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  <a:endParaRPr lang="da-DK" sz="2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7A6960-CD6A-D622-C038-6F0A3F4497DA}"/>
              </a:ext>
            </a:extLst>
          </p:cNvPr>
          <p:cNvSpPr txBox="1"/>
          <p:nvPr/>
        </p:nvSpPr>
        <p:spPr>
          <a:xfrm>
            <a:off x="1768063" y="453518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  <a:endParaRPr lang="da-DK" sz="2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0A110D0-9529-4CAF-91F2-D2CF89B589CE}"/>
              </a:ext>
            </a:extLst>
          </p:cNvPr>
          <p:cNvSpPr txBox="1"/>
          <p:nvPr/>
        </p:nvSpPr>
        <p:spPr>
          <a:xfrm>
            <a:off x="2336023" y="455419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  <a:endParaRPr lang="da-DK" sz="2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E07C281-5BFB-81B0-DE92-7C6E146D1F18}"/>
              </a:ext>
            </a:extLst>
          </p:cNvPr>
          <p:cNvSpPr txBox="1"/>
          <p:nvPr/>
        </p:nvSpPr>
        <p:spPr>
          <a:xfrm>
            <a:off x="2884357" y="455538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4</a:t>
            </a:r>
            <a:endParaRPr lang="da-DK" sz="2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758B50B-5DF7-16C9-9038-E6FD41CDB228}"/>
              </a:ext>
            </a:extLst>
          </p:cNvPr>
          <p:cNvSpPr txBox="1"/>
          <p:nvPr/>
        </p:nvSpPr>
        <p:spPr>
          <a:xfrm>
            <a:off x="3477496" y="456045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5</a:t>
            </a:r>
            <a:endParaRPr lang="da-DK" sz="2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A368D1-E6CA-DA9C-25C9-B188AEDED938}"/>
              </a:ext>
            </a:extLst>
          </p:cNvPr>
          <p:cNvSpPr txBox="1"/>
          <p:nvPr/>
        </p:nvSpPr>
        <p:spPr>
          <a:xfrm>
            <a:off x="7683319" y="4563606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12</a:t>
            </a:r>
            <a:endParaRPr lang="da-DK" sz="2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7811E8-DBCA-F310-A08E-240D1E77F605}"/>
              </a:ext>
            </a:extLst>
          </p:cNvPr>
          <p:cNvSpPr txBox="1"/>
          <p:nvPr/>
        </p:nvSpPr>
        <p:spPr>
          <a:xfrm>
            <a:off x="7067334" y="450876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11</a:t>
            </a:r>
            <a:endParaRPr lang="da-DK" sz="2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5BD2EB2-A8A5-83B3-5966-6A8BEA687D0B}"/>
              </a:ext>
            </a:extLst>
          </p:cNvPr>
          <p:cNvSpPr txBox="1"/>
          <p:nvPr/>
        </p:nvSpPr>
        <p:spPr>
          <a:xfrm>
            <a:off x="8283591" y="4554198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13</a:t>
            </a:r>
            <a:endParaRPr lang="da-DK" sz="2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35B5D14-4E2A-1FE3-3B14-A3EB57611201}"/>
              </a:ext>
            </a:extLst>
          </p:cNvPr>
          <p:cNvSpPr txBox="1"/>
          <p:nvPr/>
        </p:nvSpPr>
        <p:spPr>
          <a:xfrm>
            <a:off x="8899002" y="453961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14</a:t>
            </a:r>
            <a:endParaRPr lang="da-DK" sz="2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1C4B40-6F1D-5ED8-33E9-EE7C838A7BAC}"/>
              </a:ext>
            </a:extLst>
          </p:cNvPr>
          <p:cNvSpPr txBox="1"/>
          <p:nvPr/>
        </p:nvSpPr>
        <p:spPr>
          <a:xfrm>
            <a:off x="9507903" y="456063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</a:t>
            </a:r>
            <a:endParaRPr lang="da-DK" sz="22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A60612C-395C-87C2-8CA0-76409C6E0354}"/>
              </a:ext>
            </a:extLst>
          </p:cNvPr>
          <p:cNvSpPr txBox="1"/>
          <p:nvPr/>
        </p:nvSpPr>
        <p:spPr>
          <a:xfrm>
            <a:off x="5291983" y="453961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8</a:t>
            </a:r>
            <a:endParaRPr lang="da-DK" sz="2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85C89DC-D9CA-FD64-500B-76F8A49FAB13}"/>
              </a:ext>
            </a:extLst>
          </p:cNvPr>
          <p:cNvSpPr txBox="1"/>
          <p:nvPr/>
        </p:nvSpPr>
        <p:spPr>
          <a:xfrm>
            <a:off x="5900630" y="45606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9</a:t>
            </a:r>
            <a:endParaRPr lang="da-DK" sz="2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5412CD7-0D89-F368-F3F9-9715C2142209}"/>
              </a:ext>
            </a:extLst>
          </p:cNvPr>
          <p:cNvSpPr txBox="1"/>
          <p:nvPr/>
        </p:nvSpPr>
        <p:spPr>
          <a:xfrm>
            <a:off x="6465139" y="454695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10</a:t>
            </a:r>
            <a:endParaRPr lang="da-DK" sz="2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2095EAC-8AFF-986E-2293-148A284E6246}"/>
              </a:ext>
            </a:extLst>
          </p:cNvPr>
          <p:cNvSpPr txBox="1"/>
          <p:nvPr/>
        </p:nvSpPr>
        <p:spPr>
          <a:xfrm>
            <a:off x="4034741" y="455611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6</a:t>
            </a:r>
            <a:endParaRPr lang="da-DK" sz="2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EDD9438-FFCE-D11A-9FAD-76EB11844FB9}"/>
              </a:ext>
            </a:extLst>
          </p:cNvPr>
          <p:cNvSpPr txBox="1"/>
          <p:nvPr/>
        </p:nvSpPr>
        <p:spPr>
          <a:xfrm>
            <a:off x="4683336" y="455611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7</a:t>
            </a:r>
            <a:endParaRPr lang="da-DK" sz="2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2BFE36B-04B7-F675-A8F1-4F5C1D8E6B6E}"/>
              </a:ext>
            </a:extLst>
          </p:cNvPr>
          <p:cNvSpPr txBox="1"/>
          <p:nvPr/>
        </p:nvSpPr>
        <p:spPr>
          <a:xfrm>
            <a:off x="582110" y="4474152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green rectangular object with black numbers&#10;&#10;Description automatically generated">
            <a:extLst>
              <a:ext uri="{FF2B5EF4-FFF2-40B4-BE49-F238E27FC236}">
                <a16:creationId xmlns:a16="http://schemas.microsoft.com/office/drawing/2014/main" id="{C3567CE5-C15D-D476-64E0-86FA98728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564" y="5499624"/>
            <a:ext cx="3724589" cy="74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11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swirls on a white background&#10;&#10;Description automatically generated">
            <a:extLst>
              <a:ext uri="{FF2B5EF4-FFF2-40B4-BE49-F238E27FC236}">
                <a16:creationId xmlns:a16="http://schemas.microsoft.com/office/drawing/2014/main" id="{A6DF3A9B-D7A5-6724-CE7D-EEB96D9CA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939" y="1060358"/>
            <a:ext cx="5808924" cy="4027056"/>
          </a:xfrm>
          <a:prstGeom prst="rect">
            <a:avLst/>
          </a:prstGeom>
          <a:ln w="19050">
            <a:noFill/>
            <a:prstDash val="dash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F0AD9D-DF77-CDB9-36E9-EF47E139CF56}"/>
              </a:ext>
            </a:extLst>
          </p:cNvPr>
          <p:cNvSpPr txBox="1"/>
          <p:nvPr/>
        </p:nvSpPr>
        <p:spPr>
          <a:xfrm>
            <a:off x="1157151" y="474987"/>
            <a:ext cx="2741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edge bow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06135-5273-3C91-F00C-873252F8400C}"/>
              </a:ext>
            </a:extLst>
          </p:cNvPr>
          <p:cNvSpPr txBox="1"/>
          <p:nvPr/>
        </p:nvSpPr>
        <p:spPr>
          <a:xfrm>
            <a:off x="1284998" y="4014418"/>
            <a:ext cx="1605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55087-4DB6-B797-35BA-CAA1E5B63206}"/>
              </a:ext>
            </a:extLst>
          </p:cNvPr>
          <p:cNvSpPr txBox="1"/>
          <p:nvPr/>
        </p:nvSpPr>
        <p:spPr>
          <a:xfrm>
            <a:off x="2466041" y="3475855"/>
            <a:ext cx="1377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bubble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ECBAE-D4CC-CECE-B105-825B7D645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89" y="5158007"/>
            <a:ext cx="3399916" cy="62723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81081A-CC76-F51E-B4F9-323C109D739F}"/>
              </a:ext>
            </a:extLst>
          </p:cNvPr>
          <p:cNvSpPr/>
          <p:nvPr/>
        </p:nvSpPr>
        <p:spPr>
          <a:xfrm>
            <a:off x="3530662" y="4482523"/>
            <a:ext cx="789706" cy="604891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3D515A-8304-B0F5-3E6A-66A5774AD89E}"/>
              </a:ext>
            </a:extLst>
          </p:cNvPr>
          <p:cNvCxnSpPr>
            <a:cxnSpLocks/>
          </p:cNvCxnSpPr>
          <p:nvPr/>
        </p:nvCxnSpPr>
        <p:spPr>
          <a:xfrm flipV="1">
            <a:off x="3259313" y="3290086"/>
            <a:ext cx="685584" cy="2811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D652CF-E274-F2DC-7DC3-39B81EAD0FD2}"/>
              </a:ext>
            </a:extLst>
          </p:cNvPr>
          <p:cNvCxnSpPr>
            <a:cxnSpLocks/>
            <a:endCxn id="28" idx="9"/>
          </p:cNvCxnSpPr>
          <p:nvPr/>
        </p:nvCxnSpPr>
        <p:spPr>
          <a:xfrm flipH="1" flipV="1">
            <a:off x="4635062" y="2684079"/>
            <a:ext cx="517963" cy="3073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5D23C03-66C6-5192-0CC3-FABE0F23483F}"/>
              </a:ext>
            </a:extLst>
          </p:cNvPr>
          <p:cNvSpPr/>
          <p:nvPr/>
        </p:nvSpPr>
        <p:spPr>
          <a:xfrm>
            <a:off x="3980324" y="2829968"/>
            <a:ext cx="701186" cy="771185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4F00CF-E8BA-B5F5-574D-DBD4458798A4}"/>
              </a:ext>
            </a:extLst>
          </p:cNvPr>
          <p:cNvCxnSpPr>
            <a:cxnSpLocks/>
          </p:cNvCxnSpPr>
          <p:nvPr/>
        </p:nvCxnSpPr>
        <p:spPr>
          <a:xfrm>
            <a:off x="2041285" y="4460991"/>
            <a:ext cx="1455680" cy="3239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FA12814-119A-6BB6-FA2A-76B945AE3737}"/>
              </a:ext>
            </a:extLst>
          </p:cNvPr>
          <p:cNvSpPr/>
          <p:nvPr/>
        </p:nvSpPr>
        <p:spPr>
          <a:xfrm>
            <a:off x="4635062" y="1367659"/>
            <a:ext cx="285135" cy="1316420"/>
          </a:xfrm>
          <a:custGeom>
            <a:avLst/>
            <a:gdLst>
              <a:gd name="connsiteX0" fmla="*/ 94593 w 253604"/>
              <a:gd name="connsiteY0" fmla="*/ 0 h 1253358"/>
              <a:gd name="connsiteX1" fmla="*/ 94593 w 253604"/>
              <a:gd name="connsiteY1" fmla="*/ 59120 h 1253358"/>
              <a:gd name="connsiteX2" fmla="*/ 149773 w 253604"/>
              <a:gd name="connsiteY2" fmla="*/ 165538 h 1253358"/>
              <a:gd name="connsiteX3" fmla="*/ 201010 w 253604"/>
              <a:gd name="connsiteY3" fmla="*/ 287720 h 1253358"/>
              <a:gd name="connsiteX4" fmla="*/ 240424 w 253604"/>
              <a:gd name="connsiteY4" fmla="*/ 496613 h 1253358"/>
              <a:gd name="connsiteX5" fmla="*/ 252248 w 253604"/>
              <a:gd name="connsiteY5" fmla="*/ 673975 h 1253358"/>
              <a:gd name="connsiteX6" fmla="*/ 212835 w 253604"/>
              <a:gd name="connsiteY6" fmla="*/ 867103 h 1253358"/>
              <a:gd name="connsiteX7" fmla="*/ 169479 w 253604"/>
              <a:gd name="connsiteY7" fmla="*/ 1008993 h 1253358"/>
              <a:gd name="connsiteX8" fmla="*/ 102476 w 253604"/>
              <a:gd name="connsiteY8" fmla="*/ 1143000 h 1253358"/>
              <a:gd name="connsiteX9" fmla="*/ 0 w 253604"/>
              <a:gd name="connsiteY9" fmla="*/ 1253358 h 125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604" h="1253358">
                <a:moveTo>
                  <a:pt x="94593" y="0"/>
                </a:moveTo>
                <a:cubicBezTo>
                  <a:pt x="89994" y="15765"/>
                  <a:pt x="85396" y="31530"/>
                  <a:pt x="94593" y="59120"/>
                </a:cubicBezTo>
                <a:cubicBezTo>
                  <a:pt x="103790" y="86710"/>
                  <a:pt x="132037" y="127438"/>
                  <a:pt x="149773" y="165538"/>
                </a:cubicBezTo>
                <a:cubicBezTo>
                  <a:pt x="167509" y="203638"/>
                  <a:pt x="185902" y="232541"/>
                  <a:pt x="201010" y="287720"/>
                </a:cubicBezTo>
                <a:cubicBezTo>
                  <a:pt x="216119" y="342899"/>
                  <a:pt x="231884" y="432237"/>
                  <a:pt x="240424" y="496613"/>
                </a:cubicBezTo>
                <a:cubicBezTo>
                  <a:pt x="248964" y="560989"/>
                  <a:pt x="256846" y="612227"/>
                  <a:pt x="252248" y="673975"/>
                </a:cubicBezTo>
                <a:cubicBezTo>
                  <a:pt x="247650" y="735723"/>
                  <a:pt x="226630" y="811267"/>
                  <a:pt x="212835" y="867103"/>
                </a:cubicBezTo>
                <a:cubicBezTo>
                  <a:pt x="199040" y="922939"/>
                  <a:pt x="187872" y="963010"/>
                  <a:pt x="169479" y="1008993"/>
                </a:cubicBezTo>
                <a:cubicBezTo>
                  <a:pt x="151086" y="1054976"/>
                  <a:pt x="130722" y="1102273"/>
                  <a:pt x="102476" y="1143000"/>
                </a:cubicBezTo>
                <a:cubicBezTo>
                  <a:pt x="74230" y="1183727"/>
                  <a:pt x="30874" y="1229053"/>
                  <a:pt x="0" y="1253358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609B064-DF31-C5A7-E024-A9CF5F67FBFA}"/>
              </a:ext>
            </a:extLst>
          </p:cNvPr>
          <p:cNvSpPr/>
          <p:nvPr/>
        </p:nvSpPr>
        <p:spPr>
          <a:xfrm>
            <a:off x="3925614" y="2557955"/>
            <a:ext cx="717331" cy="154726"/>
          </a:xfrm>
          <a:custGeom>
            <a:avLst/>
            <a:gdLst>
              <a:gd name="connsiteX0" fmla="*/ 0 w 717331"/>
              <a:gd name="connsiteY0" fmla="*/ 0 h 154726"/>
              <a:gd name="connsiteX1" fmla="*/ 201010 w 717331"/>
              <a:gd name="connsiteY1" fmla="*/ 74886 h 154726"/>
              <a:gd name="connsiteX2" fmla="*/ 374431 w 717331"/>
              <a:gd name="connsiteY2" fmla="*/ 126124 h 154726"/>
              <a:gd name="connsiteX3" fmla="*/ 504496 w 717331"/>
              <a:gd name="connsiteY3" fmla="*/ 153714 h 154726"/>
              <a:gd name="connsiteX4" fmla="*/ 595148 w 717331"/>
              <a:gd name="connsiteY4" fmla="*/ 145831 h 154726"/>
              <a:gd name="connsiteX5" fmla="*/ 717331 w 717331"/>
              <a:gd name="connsiteY5" fmla="*/ 118242 h 154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7331" h="154726">
                <a:moveTo>
                  <a:pt x="0" y="0"/>
                </a:moveTo>
                <a:cubicBezTo>
                  <a:pt x="69302" y="26932"/>
                  <a:pt x="138605" y="53865"/>
                  <a:pt x="201010" y="74886"/>
                </a:cubicBezTo>
                <a:cubicBezTo>
                  <a:pt x="263415" y="95907"/>
                  <a:pt x="323850" y="112986"/>
                  <a:pt x="374431" y="126124"/>
                </a:cubicBezTo>
                <a:cubicBezTo>
                  <a:pt x="425012" y="139262"/>
                  <a:pt x="467710" y="150430"/>
                  <a:pt x="504496" y="153714"/>
                </a:cubicBezTo>
                <a:cubicBezTo>
                  <a:pt x="541282" y="156998"/>
                  <a:pt x="559676" y="151743"/>
                  <a:pt x="595148" y="145831"/>
                </a:cubicBezTo>
                <a:cubicBezTo>
                  <a:pt x="630620" y="139919"/>
                  <a:pt x="673975" y="129080"/>
                  <a:pt x="717331" y="118242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172297A-2052-2C6B-D093-2CA9ED8DC109}"/>
              </a:ext>
            </a:extLst>
          </p:cNvPr>
          <p:cNvSpPr/>
          <p:nvPr/>
        </p:nvSpPr>
        <p:spPr>
          <a:xfrm>
            <a:off x="4746776" y="1290912"/>
            <a:ext cx="173421" cy="72578"/>
          </a:xfrm>
          <a:custGeom>
            <a:avLst/>
            <a:gdLst>
              <a:gd name="connsiteX0" fmla="*/ 0 w 173421"/>
              <a:gd name="connsiteY0" fmla="*/ 72578 h 72578"/>
              <a:gd name="connsiteX1" fmla="*/ 31531 w 173421"/>
              <a:gd name="connsiteY1" fmla="*/ 29223 h 72578"/>
              <a:gd name="connsiteX2" fmla="*/ 126124 w 173421"/>
              <a:gd name="connsiteY2" fmla="*/ 1633 h 72578"/>
              <a:gd name="connsiteX3" fmla="*/ 173421 w 173421"/>
              <a:gd name="connsiteY3" fmla="*/ 5574 h 7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21" h="72578">
                <a:moveTo>
                  <a:pt x="0" y="72578"/>
                </a:moveTo>
                <a:cubicBezTo>
                  <a:pt x="5255" y="56812"/>
                  <a:pt x="10510" y="41047"/>
                  <a:pt x="31531" y="29223"/>
                </a:cubicBezTo>
                <a:cubicBezTo>
                  <a:pt x="52552" y="17399"/>
                  <a:pt x="102476" y="5575"/>
                  <a:pt x="126124" y="1633"/>
                </a:cubicBezTo>
                <a:cubicBezTo>
                  <a:pt x="149772" y="-2309"/>
                  <a:pt x="161596" y="1632"/>
                  <a:pt x="173421" y="5574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B76BF5-5D37-DEBF-8BFC-592A4E8AF4F4}"/>
              </a:ext>
            </a:extLst>
          </p:cNvPr>
          <p:cNvCxnSpPr>
            <a:cxnSpLocks/>
          </p:cNvCxnSpPr>
          <p:nvPr/>
        </p:nvCxnSpPr>
        <p:spPr>
          <a:xfrm>
            <a:off x="2242905" y="852013"/>
            <a:ext cx="2437587" cy="511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B4EE3B6-FC83-1192-9E77-DC2A77D686C1}"/>
              </a:ext>
            </a:extLst>
          </p:cNvPr>
          <p:cNvCxnSpPr>
            <a:cxnSpLocks/>
          </p:cNvCxnSpPr>
          <p:nvPr/>
        </p:nvCxnSpPr>
        <p:spPr>
          <a:xfrm>
            <a:off x="2239942" y="854358"/>
            <a:ext cx="221076" cy="3918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1B9D9E1-B7EF-2935-F637-CE677B42FE1F}"/>
              </a:ext>
            </a:extLst>
          </p:cNvPr>
          <p:cNvSpPr txBox="1"/>
          <p:nvPr/>
        </p:nvSpPr>
        <p:spPr>
          <a:xfrm>
            <a:off x="5123782" y="2904384"/>
            <a:ext cx="1605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Coalescence of bow shock and passage shock</a:t>
            </a:r>
            <a:endParaRPr lang="da-D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23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47cbd3-9713-4a0e-b8d6-9ec0196babd7" xsi:nil="true"/>
    <lcf76f155ced4ddcb4097134ff3c332f xmlns="e23ca20d-e806-4c9e-b878-4736b7510eb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F96BC8CFF460446802F03DD2955164D" ma:contentTypeVersion="13" ma:contentTypeDescription="Opret et nyt dokument." ma:contentTypeScope="" ma:versionID="107d4effed104930a60a76f50db75533">
  <xsd:schema xmlns:xsd="http://www.w3.org/2001/XMLSchema" xmlns:xs="http://www.w3.org/2001/XMLSchema" xmlns:p="http://schemas.microsoft.com/office/2006/metadata/properties" xmlns:ns2="e23ca20d-e806-4c9e-b878-4736b7510ebf" xmlns:ns3="a047cbd3-9713-4a0e-b8d6-9ec0196babd7" targetNamespace="http://schemas.microsoft.com/office/2006/metadata/properties" ma:root="true" ma:fieldsID="393f44f333cb56aa4a469172a8ba7ff7" ns2:_="" ns3:_="">
    <xsd:import namespace="e23ca20d-e806-4c9e-b878-4736b7510ebf"/>
    <xsd:import namespace="a047cbd3-9713-4a0e-b8d6-9ec0196ba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ca20d-e806-4c9e-b878-4736b7510e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b2102423-6c9a-45d0-aa71-0069027da2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7cbd3-9713-4a0e-b8d6-9ec0196babd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2091ce-fd9b-4db5-8673-2d680fab3e9e}" ma:internalName="TaxCatchAll" ma:showField="CatchAllData" ma:web="a047cbd3-9713-4a0e-b8d6-9ec0196ba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F2E9CC-D8D0-4697-A6B7-BA9DF4BEC2FF}">
  <ds:schemaRefs>
    <ds:schemaRef ds:uri="http://schemas.microsoft.com/office/2006/metadata/properties"/>
    <ds:schemaRef ds:uri="http://schemas.microsoft.com/office/infopath/2007/PartnerControls"/>
    <ds:schemaRef ds:uri="a047cbd3-9713-4a0e-b8d6-9ec0196babd7"/>
    <ds:schemaRef ds:uri="e23ca20d-e806-4c9e-b878-4736b7510ebf"/>
  </ds:schemaRefs>
</ds:datastoreItem>
</file>

<file path=customXml/itemProps2.xml><?xml version="1.0" encoding="utf-8"?>
<ds:datastoreItem xmlns:ds="http://schemas.openxmlformats.org/officeDocument/2006/customXml" ds:itemID="{5EDE404E-68C5-44A7-9545-F9FB458B7BA0}"/>
</file>

<file path=customXml/itemProps3.xml><?xml version="1.0" encoding="utf-8"?>
<ds:datastoreItem xmlns:ds="http://schemas.openxmlformats.org/officeDocument/2006/customXml" ds:itemID="{514125BB-9837-4FE7-A741-A46C9983D0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23918</TotalTime>
  <Words>546</Words>
  <Application>Microsoft Office PowerPoint</Application>
  <PresentationFormat>Widescreen</PresentationFormat>
  <Paragraphs>412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Kumar</dc:creator>
  <cp:lastModifiedBy>Roberto Agromayor</cp:lastModifiedBy>
  <cp:revision>154</cp:revision>
  <dcterms:created xsi:type="dcterms:W3CDTF">2023-11-14T07:58:28Z</dcterms:created>
  <dcterms:modified xsi:type="dcterms:W3CDTF">2025-04-29T12:15:29Z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0x0101006F96BC8CFF460446802F03DD2955164D</vt:lpwstr>
  </property>
  <property fmtid="{D5CDD505-2E9C-101B-9397-08002B2CF9AE}" pid="3" name="MediaServiceImageTags">
    <vt:lpwstr/>
  </property>
</Properties>
</file>