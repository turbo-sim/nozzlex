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97890"/>
            <a:ext cx="914400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81630"/>
            <a:ext cx="91440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18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08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67791"/>
            <a:ext cx="1051560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71571"/>
            <a:ext cx="1051560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899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60500"/>
            <a:ext cx="518160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60500"/>
            <a:ext cx="518160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371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92101"/>
            <a:ext cx="1051560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44930"/>
            <a:ext cx="5157787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004060"/>
            <a:ext cx="5157787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44930"/>
            <a:ext cx="5183188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04060"/>
            <a:ext cx="5183188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07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40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32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760"/>
            <a:ext cx="3932237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89940"/>
            <a:ext cx="6172200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45920"/>
            <a:ext cx="3932237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19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760"/>
            <a:ext cx="3932237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89940"/>
            <a:ext cx="6172200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45920"/>
            <a:ext cx="3932237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37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27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92100"/>
            <a:ext cx="262890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92100"/>
            <a:ext cx="773430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65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92101"/>
            <a:ext cx="1051560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60500"/>
            <a:ext cx="1051560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085080"/>
            <a:ext cx="27432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C4298-135F-4838-A775-BE17B5F0FD1C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085080"/>
            <a:ext cx="41148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085080"/>
            <a:ext cx="27432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A476C-13F6-4E20-BEFB-298A736B8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66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ainbow colored lines with white numbers&#10;&#10;Description automatically generated with medium confidence">
            <a:extLst>
              <a:ext uri="{FF2B5EF4-FFF2-40B4-BE49-F238E27FC236}">
                <a16:creationId xmlns:a16="http://schemas.microsoft.com/office/drawing/2014/main" id="{394F07FE-EA8D-63C0-631A-1C943B0BA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14940"/>
            <a:ext cx="7730189" cy="4835398"/>
          </a:xfrm>
          <a:prstGeom prst="rect">
            <a:avLst/>
          </a:prstGeom>
        </p:spPr>
      </p:pic>
      <p:pic>
        <p:nvPicPr>
          <p:cNvPr id="7" name="Picture 6" descr="A diagram of a shock wave&#10;&#10;Description automatically generated">
            <a:extLst>
              <a:ext uri="{FF2B5EF4-FFF2-40B4-BE49-F238E27FC236}">
                <a16:creationId xmlns:a16="http://schemas.microsoft.com/office/drawing/2014/main" id="{A573F146-2E1C-CA30-FAFD-02A3FC85F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848094"/>
            <a:ext cx="4165600" cy="379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4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6BC8CFF460446802F03DD2955164D" ma:contentTypeVersion="12" ma:contentTypeDescription="Create a new document." ma:contentTypeScope="" ma:versionID="7c94978da4dba21d1348b73af8a116d8">
  <xsd:schema xmlns:xsd="http://www.w3.org/2001/XMLSchema" xmlns:xs="http://www.w3.org/2001/XMLSchema" xmlns:p="http://schemas.microsoft.com/office/2006/metadata/properties" xmlns:ns2="e23ca20d-e806-4c9e-b878-4736b7510ebf" xmlns:ns3="a047cbd3-9713-4a0e-b8d6-9ec0196babd7" targetNamespace="http://schemas.microsoft.com/office/2006/metadata/properties" ma:root="true" ma:fieldsID="6e099475173d4cc61d7b9f7888644351" ns2:_="" ns3:_="">
    <xsd:import namespace="e23ca20d-e806-4c9e-b878-4736b7510ebf"/>
    <xsd:import namespace="a047cbd3-9713-4a0e-b8d6-9ec0196bab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ca20d-e806-4c9e-b878-4736b7510e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2102423-6c9a-45d0-aa71-0069027da2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7cbd3-9713-4a0e-b8d6-9ec0196babd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d2091ce-fd9b-4db5-8673-2d680fab3e9e}" ma:internalName="TaxCatchAll" ma:showField="CatchAllData" ma:web="a047cbd3-9713-4a0e-b8d6-9ec0196bab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47cbd3-9713-4a0e-b8d6-9ec0196babd7" xsi:nil="true"/>
    <lcf76f155ced4ddcb4097134ff3c332f xmlns="e23ca20d-e806-4c9e-b878-4736b7510eb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2CA0C7E-91CD-46F4-8D70-6516CDAAAD44}"/>
</file>

<file path=customXml/itemProps2.xml><?xml version="1.0" encoding="utf-8"?>
<ds:datastoreItem xmlns:ds="http://schemas.openxmlformats.org/officeDocument/2006/customXml" ds:itemID="{60CD8936-7A27-44B4-B261-96C49C770796}"/>
</file>

<file path=customXml/itemProps3.xml><?xml version="1.0" encoding="utf-8"?>
<ds:datastoreItem xmlns:ds="http://schemas.openxmlformats.org/officeDocument/2006/customXml" ds:itemID="{64A16F94-5546-46F5-A06F-A3551C56421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Parisi</dc:creator>
  <cp:lastModifiedBy>Simone Parisi</cp:lastModifiedBy>
  <cp:revision>1</cp:revision>
  <dcterms:created xsi:type="dcterms:W3CDTF">2024-11-25T18:54:03Z</dcterms:created>
  <dcterms:modified xsi:type="dcterms:W3CDTF">2024-11-25T19:06:26Z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0x0101006F96BC8CFF460446802F03DD2955164D</vt:lpwstr>
  </property>
</Properties>
</file>